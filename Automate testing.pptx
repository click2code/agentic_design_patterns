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64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56FD-2D21-1643-9643-0F2FE4569B4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FEE6-F60B-9642-9D02-935F2D13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2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E10E-57BB-DCB5-D5A3-3EA88AEA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CBE92-2117-4A78-62F1-1852FC59F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B863E-C89F-01AE-E644-0C4665AAF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D07C1-5E61-829A-5C8D-DD8CC4E02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70A9-87BB-F0B8-8BEA-5A4B85F8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DFFA7-46DC-F134-120C-15675D4B7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AAC7D-BD5C-D006-5D63-7A73EFC94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5BB3C-3652-AFB3-8507-BD8BA2C74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54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CB4A-F3B4-9FC2-250E-81177FE56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6F386-D39F-FE1E-D287-517C7F0A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474-23B1-16D3-91F8-54C8A5B0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A3D2-689D-4FA5-7A05-A1565C3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7133-1FC0-1D4D-37D3-351C5BB1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80E7-FC37-323F-F0E8-352BB0CC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BAE8-6B13-C941-0954-11C445A7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2F40-E4F3-7E3B-2F3A-2DA5C25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CCC-404E-5032-486F-683E1860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F549-5B00-2D70-7575-BBF26E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C11-C234-A4AF-47C6-621280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335C-35FD-738E-7374-C38D1C26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C08-CC12-333A-112C-7C83067F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FEA4-8487-3B1B-8CF4-E5032BE9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CB2E-AAD1-6BC3-F132-D93EC013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5CC0-4DAE-01E8-479D-6120FF9C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6A37-C2A6-109E-9115-E312C13F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5660-2430-0744-C4FF-DD85C96C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E4A67-3118-DE6B-9D4F-5098065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59D74-306C-824A-5B1E-B26D6C09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D74B-A7BE-592C-E3E6-92A0C10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B31-473B-8178-49A0-9A492A5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B877-5595-A731-341E-82F8907A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312E-A817-9CCD-ADF2-813E5099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C0AB-DEB5-43FA-1198-1B79FD57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0DA-4194-4702-3195-D1156B48D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4DD94-B98C-C50F-5893-CEED927C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B1FB-F76E-F7ED-A7FC-B6E66194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3EC03-9694-6825-E1AF-3C3756EE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E4D-578F-DDFE-7DFC-90E692FF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47B20-66A9-28CD-C4D7-B99F3B37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93455-CFAA-4235-34E6-B965CB87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BE974-FD90-7505-FE96-927D23EA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793D-1D49-AA8A-BCE7-8FEBE0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022A8-1605-D56A-2549-BB2FC49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5488-00F4-8EC1-6CDB-8875D7F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AB7-BE99-C670-DD1D-143D559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2B8A-2D16-1E4C-D61D-BA866574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0938-AF01-B9EB-563E-A6372BE0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0DB0-6AD6-924A-432B-D6E758CC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A123A-98D7-6036-3C56-A2AB8C2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4FB5-E9DB-E2D8-5FDC-AEE504F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75A0-EA25-5329-B3E6-E5F8AE5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3C446-8555-795A-E658-0D0B438EA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28418-9CD9-EEB8-34CD-24F44ADA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0535-EAA3-2991-CCE1-9823CE93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8F88-B9BE-CE60-1D11-F79A58C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C5B46-04BD-634C-3D49-7F0A253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7FB7-593D-3839-2569-6D7EAA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9894-309C-1C9E-10AD-8E6A5C58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B08A-906E-920E-FE98-06CA380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3BF-2811-977B-F122-9B6BC9E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D908-D6A8-0FBF-3894-4CF9A14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AF5A1-14AF-6A25-2D5E-B00755E3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DE01-D41F-E373-D4DB-DC1FA8739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524C-C1F9-8099-0AC5-93E9E1E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D2E0-2C01-9DD8-C343-44D74DF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DFE-BE63-71EB-F4CD-D980D89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3295" y="652461"/>
            <a:ext cx="11277600" cy="17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50" b="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3550" y="346075"/>
            <a:ext cx="11277600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8E69C9B-B7B1-E448-56C4-0DAB74C78AE9}"/>
              </a:ext>
            </a:extLst>
          </p:cNvPr>
          <p:cNvSpPr/>
          <p:nvPr userDrawn="1"/>
        </p:nvSpPr>
        <p:spPr>
          <a:xfrm>
            <a:off x="-602984" y="1330960"/>
            <a:ext cx="267704" cy="267704"/>
          </a:xfrm>
          <a:prstGeom prst="ellips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36D86E4-73B5-E0B0-5DE3-E5C0C01B7AA9}"/>
              </a:ext>
            </a:extLst>
          </p:cNvPr>
          <p:cNvSpPr/>
          <p:nvPr userDrawn="1"/>
        </p:nvSpPr>
        <p:spPr>
          <a:xfrm>
            <a:off x="-602984" y="1635169"/>
            <a:ext cx="267704" cy="26770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55BB41-F21B-B406-F55D-93807EBE38B3}"/>
              </a:ext>
            </a:extLst>
          </p:cNvPr>
          <p:cNvSpPr/>
          <p:nvPr userDrawn="1"/>
        </p:nvSpPr>
        <p:spPr>
          <a:xfrm>
            <a:off x="-602984" y="1939379"/>
            <a:ext cx="267704" cy="267704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A0774-2F81-11E6-A1E2-2D790E546286}"/>
              </a:ext>
            </a:extLst>
          </p:cNvPr>
          <p:cNvSpPr/>
          <p:nvPr userDrawn="1"/>
        </p:nvSpPr>
        <p:spPr>
          <a:xfrm>
            <a:off x="-602984" y="2243588"/>
            <a:ext cx="267704" cy="267704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4E68A2-0BF6-BE1D-C046-3073AD9123A2}"/>
              </a:ext>
            </a:extLst>
          </p:cNvPr>
          <p:cNvSpPr/>
          <p:nvPr userDrawn="1"/>
        </p:nvSpPr>
        <p:spPr>
          <a:xfrm>
            <a:off x="-602984" y="2547797"/>
            <a:ext cx="267704" cy="267704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FD02C4E-5E08-00B3-3E64-4CFD4FDCBD66}"/>
              </a:ext>
            </a:extLst>
          </p:cNvPr>
          <p:cNvSpPr/>
          <p:nvPr userDrawn="1"/>
        </p:nvSpPr>
        <p:spPr>
          <a:xfrm>
            <a:off x="-602984" y="2852007"/>
            <a:ext cx="267704" cy="267704"/>
          </a:xfrm>
          <a:prstGeom prst="ellipse">
            <a:avLst/>
          </a:prstGeom>
          <a:solidFill>
            <a:srgbClr val="C7EAF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D4C64D9-489D-1531-3F08-EBB1D8B2B6E4}"/>
              </a:ext>
            </a:extLst>
          </p:cNvPr>
          <p:cNvSpPr/>
          <p:nvPr userDrawn="1"/>
        </p:nvSpPr>
        <p:spPr>
          <a:xfrm>
            <a:off x="-602984" y="3156216"/>
            <a:ext cx="267704" cy="267704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02378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1832">
          <p15:clr>
            <a:srgbClr val="FBAE40"/>
          </p15:clr>
        </p15:guide>
        <p15:guide id="2" pos="4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6F980-44D2-D9E9-4758-88789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B68E-E18E-B807-1296-83F2FBB9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8C81-68DB-6FDD-B8F0-90A33336B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3A25-9078-CD5A-5A9A-E87D3FF3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6686-C24F-375E-CEF4-6057F93EC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10" Type="http://schemas.openxmlformats.org/officeDocument/2006/relationships/image" Target="../media/image6.jp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3CD1-43E2-0D67-C4E7-A3C9FD25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think-cell data - do not delete" hidden="1">
            <a:extLst>
              <a:ext uri="{FF2B5EF4-FFF2-40B4-BE49-F238E27FC236}">
                <a16:creationId xmlns:a16="http://schemas.microsoft.com/office/drawing/2014/main" id="{C42D8364-18EC-CAEF-9AEB-1B331F8E9D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D8364-18EC-CAEF-9AEB-1B331F8E9D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" name="Text Placeholder 1042">
            <a:extLst>
              <a:ext uri="{FF2B5EF4-FFF2-40B4-BE49-F238E27FC236}">
                <a16:creationId xmlns:a16="http://schemas.microsoft.com/office/drawing/2014/main" id="{96EB8E72-7839-7C26-43A6-A64922B492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295" y="652460"/>
            <a:ext cx="11277600" cy="347339"/>
          </a:xfrm>
        </p:spPr>
        <p:txBody>
          <a:bodyPr/>
          <a:lstStyle/>
          <a:p>
            <a:r>
              <a:rPr lang="en-US"/>
              <a:t>Our automated testing approach for history and daily incremental load uses table-level validations at each hop ensuring data completeness and accuracy during data transfer. We use automations to perform pre-defined validations at scale between Teradata and Snowflake</a:t>
            </a:r>
          </a:p>
        </p:txBody>
      </p:sp>
      <p:sp>
        <p:nvSpPr>
          <p:cNvPr id="61" name="Title 9">
            <a:extLst>
              <a:ext uri="{FF2B5EF4-FFF2-40B4-BE49-F238E27FC236}">
                <a16:creationId xmlns:a16="http://schemas.microsoft.com/office/drawing/2014/main" id="{4F43608A-72CA-9E93-EF46-8D946F67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346076"/>
            <a:ext cx="11277600" cy="276999"/>
          </a:xfrm>
        </p:spPr>
        <p:txBody>
          <a:bodyPr vert="horz"/>
          <a:lstStyle/>
          <a:p>
            <a:r>
              <a:rPr lang="en-US"/>
              <a:t>2. Migration – Test Automation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DD6B1-D958-4AEF-8E30-0F855F1DC585}"/>
              </a:ext>
            </a:extLst>
          </p:cNvPr>
          <p:cNvSpPr/>
          <p:nvPr/>
        </p:nvSpPr>
        <p:spPr bwMode="gray">
          <a:xfrm>
            <a:off x="611149" y="1353348"/>
            <a:ext cx="9259009" cy="15967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defRPr/>
            </a:pPr>
            <a:endParaRPr lang="en-US" sz="1000" b="1" kern="0">
              <a:solidFill>
                <a:prstClr val="white"/>
              </a:solidFill>
              <a:latin typeface="Elevance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576EF-155E-A537-F551-D7962B2EAC79}"/>
              </a:ext>
            </a:extLst>
          </p:cNvPr>
          <p:cNvSpPr/>
          <p:nvPr/>
        </p:nvSpPr>
        <p:spPr bwMode="gray">
          <a:xfrm>
            <a:off x="611149" y="3066622"/>
            <a:ext cx="9251830" cy="16036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defRPr/>
            </a:pPr>
            <a:endParaRPr lang="en-US" sz="1000" b="1" kern="0">
              <a:solidFill>
                <a:prstClr val="white"/>
              </a:solidFill>
              <a:latin typeface="Elevance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8EDBF-97F5-35AC-4A07-006EDE9E2CBD}"/>
              </a:ext>
            </a:extLst>
          </p:cNvPr>
          <p:cNvSpPr txBox="1"/>
          <p:nvPr/>
        </p:nvSpPr>
        <p:spPr>
          <a:xfrm>
            <a:off x="8407277" y="1737424"/>
            <a:ext cx="1375003" cy="99306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defRPr/>
            </a:pPr>
            <a:r>
              <a:rPr lang="en-US" sz="800" b="1" i="1" u="sng">
                <a:solidFill>
                  <a:prstClr val="black"/>
                </a:solidFill>
                <a:latin typeface="Elevance Sans"/>
              </a:rPr>
              <a:t>Validations between TD &amp; SF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DDL Validations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Record count validation 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KPI Validations 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GL Balance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Column level summary Checksum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3B0DE-885C-9087-A83C-078F52B525B4}"/>
              </a:ext>
            </a:extLst>
          </p:cNvPr>
          <p:cNvSpPr txBox="1"/>
          <p:nvPr/>
        </p:nvSpPr>
        <p:spPr>
          <a:xfrm>
            <a:off x="1594737" y="2734138"/>
            <a:ext cx="1376390" cy="221751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 b="1" i="1">
                <a:solidFill>
                  <a:prstClr val="black"/>
                </a:solidFill>
                <a:latin typeface="Elevance Sans"/>
              </a:rPr>
              <a:t>AEDL Framework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D6E98-C241-5E92-F3E1-834F46D9E99A}"/>
              </a:ext>
            </a:extLst>
          </p:cNvPr>
          <p:cNvSpPr txBox="1"/>
          <p:nvPr/>
        </p:nvSpPr>
        <p:spPr>
          <a:xfrm>
            <a:off x="4925734" y="3461304"/>
            <a:ext cx="1292688" cy="28229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prstClr val="black"/>
                </a:solidFill>
                <a:latin typeface="Elevance Sans"/>
              </a:rPr>
              <a:t>Target Table in U01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84B9E-3B6D-0CCD-B241-0C6F4B650AB0}"/>
              </a:ext>
            </a:extLst>
          </p:cNvPr>
          <p:cNvSpPr txBox="1"/>
          <p:nvPr/>
        </p:nvSpPr>
        <p:spPr>
          <a:xfrm>
            <a:off x="4722365" y="4176042"/>
            <a:ext cx="1793612" cy="2822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prstClr val="black"/>
                </a:solidFill>
                <a:latin typeface="Elevance Sans"/>
              </a:rPr>
              <a:t>ETL Pipeline on U02 SF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7D0380-17AE-FA30-3C39-0E21ADD525DC}"/>
              </a:ext>
            </a:extLst>
          </p:cNvPr>
          <p:cNvSpPr txBox="1"/>
          <p:nvPr/>
        </p:nvSpPr>
        <p:spPr>
          <a:xfrm rot="16200000">
            <a:off x="-287760" y="2028609"/>
            <a:ext cx="1596742" cy="246221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  <a:effectLst/>
        </p:spPr>
        <p:txBody>
          <a:bodyPr wrap="square" rtlCol="0" anchor="t">
            <a:spAutoFit/>
          </a:bodyPr>
          <a:lstStyle/>
          <a:p>
            <a:pPr algn="ctr" defTabSz="1219170">
              <a:defRPr/>
            </a:pPr>
            <a:r>
              <a:rPr lang="en-US" sz="1000" b="1" kern="0">
                <a:solidFill>
                  <a:prstClr val="white"/>
                </a:solidFill>
                <a:latin typeface="Elevance Sans"/>
              </a:rPr>
              <a:t>History Data Load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E18227-372F-29E7-09E3-DFFD1CA9328D}"/>
              </a:ext>
            </a:extLst>
          </p:cNvPr>
          <p:cNvSpPr txBox="1"/>
          <p:nvPr/>
        </p:nvSpPr>
        <p:spPr>
          <a:xfrm rot="16200000">
            <a:off x="-291220" y="3745343"/>
            <a:ext cx="1603662" cy="246221"/>
          </a:xfrm>
          <a:prstGeom prst="rect">
            <a:avLst/>
          </a:prstGeom>
          <a:solidFill>
            <a:srgbClr val="6A97DF"/>
          </a:solidFill>
          <a:ln>
            <a:solidFill>
              <a:schemeClr val="tx2"/>
            </a:solidFill>
          </a:ln>
          <a:effectLst/>
        </p:spPr>
        <p:txBody>
          <a:bodyPr wrap="square" rtlCol="0" anchor="t">
            <a:spAutoFit/>
          </a:bodyPr>
          <a:lstStyle/>
          <a:p>
            <a:pPr algn="ctr" defTabSz="1219170">
              <a:defRPr/>
            </a:pPr>
            <a:r>
              <a:rPr lang="en-US" sz="1000" b="1" kern="0">
                <a:solidFill>
                  <a:prstClr val="white"/>
                </a:solidFill>
                <a:latin typeface="Elevance Sans"/>
              </a:rPr>
              <a:t>Incremental Load</a:t>
            </a:r>
          </a:p>
        </p:txBody>
      </p:sp>
      <p:pic>
        <p:nvPicPr>
          <p:cNvPr id="36" name="Picture 35" descr="Logo, company name&#10;&#10;Description automatically generated">
            <a:extLst>
              <a:ext uri="{FF2B5EF4-FFF2-40B4-BE49-F238E27FC236}">
                <a16:creationId xmlns:a16="http://schemas.microsoft.com/office/drawing/2014/main" id="{E4933337-3EC7-0155-EBB9-B29626E212E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5" b="24115"/>
          <a:stretch/>
        </p:blipFill>
        <p:spPr>
          <a:xfrm>
            <a:off x="6588985" y="1903911"/>
            <a:ext cx="1376391" cy="343766"/>
          </a:xfrm>
          <a:prstGeom prst="rect">
            <a:avLst/>
          </a:prstGeom>
        </p:spPr>
      </p:pic>
      <p:pic>
        <p:nvPicPr>
          <p:cNvPr id="37" name="Picture 8">
            <a:extLst>
              <a:ext uri="{FF2B5EF4-FFF2-40B4-BE49-F238E27FC236}">
                <a16:creationId xmlns:a16="http://schemas.microsoft.com/office/drawing/2014/main" id="{1C727F20-8698-4FF7-DC3D-29F5AE893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2" b="34814"/>
          <a:stretch/>
        </p:blipFill>
        <p:spPr bwMode="auto">
          <a:xfrm>
            <a:off x="1047478" y="1934516"/>
            <a:ext cx="1171356" cy="26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7A9552D-A838-602E-FA0F-4F32033373D1}"/>
              </a:ext>
            </a:extLst>
          </p:cNvPr>
          <p:cNvSpPr txBox="1"/>
          <p:nvPr/>
        </p:nvSpPr>
        <p:spPr>
          <a:xfrm>
            <a:off x="3841012" y="2265011"/>
            <a:ext cx="1226555" cy="199903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rgbClr val="FFFFFF">
                    <a:lumMod val="50000"/>
                  </a:srgbClr>
                </a:solidFill>
                <a:latin typeface="Elevance Sans"/>
              </a:rPr>
              <a:t>AWS S3</a:t>
            </a:r>
          </a:p>
        </p:txBody>
      </p:sp>
      <p:cxnSp>
        <p:nvCxnSpPr>
          <p:cNvPr id="45" name="Connector: Elbow 108">
            <a:extLst>
              <a:ext uri="{FF2B5EF4-FFF2-40B4-BE49-F238E27FC236}">
                <a16:creationId xmlns:a16="http://schemas.microsoft.com/office/drawing/2014/main" id="{F7547CEE-8A26-127E-4886-B8983D2D868E}"/>
              </a:ext>
            </a:extLst>
          </p:cNvPr>
          <p:cNvCxnSpPr>
            <a:cxnSpLocks/>
            <a:stCxn id="107" idx="3"/>
            <a:endCxn id="108" idx="3"/>
          </p:cNvCxnSpPr>
          <p:nvPr/>
        </p:nvCxnSpPr>
        <p:spPr>
          <a:xfrm>
            <a:off x="7965376" y="3602453"/>
            <a:ext cx="1065" cy="701191"/>
          </a:xfrm>
          <a:prstGeom prst="bentConnector3">
            <a:avLst>
              <a:gd name="adj1" fmla="val 13515493"/>
            </a:avLst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ash"/>
          </a:ln>
          <a:effectLst/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A09E480-5F88-653A-A144-80479BAB885E}"/>
              </a:ext>
            </a:extLst>
          </p:cNvPr>
          <p:cNvSpPr/>
          <p:nvPr/>
        </p:nvSpPr>
        <p:spPr bwMode="gray">
          <a:xfrm>
            <a:off x="420722" y="4768086"/>
            <a:ext cx="9442258" cy="1637175"/>
          </a:xfrm>
          <a:prstGeom prst="rect">
            <a:avLst/>
          </a:prstGeom>
          <a:solidFill>
            <a:srgbClr val="E1EDFF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defRPr/>
            </a:pPr>
            <a:endParaRPr lang="en-US" sz="1000" b="1" kern="0">
              <a:solidFill>
                <a:prstClr val="white"/>
              </a:solidFill>
              <a:latin typeface="Elevance Sa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0E5809-C414-D343-4351-191CF90F418D}"/>
              </a:ext>
            </a:extLst>
          </p:cNvPr>
          <p:cNvSpPr txBox="1"/>
          <p:nvPr/>
        </p:nvSpPr>
        <p:spPr>
          <a:xfrm>
            <a:off x="4833780" y="5674467"/>
            <a:ext cx="1674372" cy="26216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Elevance Sans"/>
              </a:rPr>
              <a:t>Converted Pipeline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CDCD6A-8710-83C1-70D8-D5A8FFA1F722}"/>
              </a:ext>
            </a:extLst>
          </p:cNvPr>
          <p:cNvSpPr txBox="1"/>
          <p:nvPr/>
        </p:nvSpPr>
        <p:spPr>
          <a:xfrm rot="16200000">
            <a:off x="-307977" y="5462548"/>
            <a:ext cx="1637176" cy="246221"/>
          </a:xfrm>
          <a:prstGeom prst="rect">
            <a:avLst/>
          </a:prstGeom>
          <a:solidFill>
            <a:srgbClr val="2861BB"/>
          </a:solidFill>
          <a:ln>
            <a:solidFill>
              <a:schemeClr val="tx2"/>
            </a:solidFill>
          </a:ln>
          <a:effectLst/>
        </p:spPr>
        <p:txBody>
          <a:bodyPr wrap="square" rtlCol="0" anchor="t">
            <a:spAutoFit/>
          </a:bodyPr>
          <a:lstStyle/>
          <a:p>
            <a:pPr algn="ctr" defTabSz="1219170">
              <a:defRPr/>
            </a:pPr>
            <a:r>
              <a:rPr lang="en-US" sz="1000" b="1" kern="0">
                <a:solidFill>
                  <a:prstClr val="white"/>
                </a:solidFill>
                <a:latin typeface="Elevance Sans"/>
              </a:rPr>
              <a:t>Near Real Time Load</a:t>
            </a:r>
          </a:p>
        </p:txBody>
      </p:sp>
      <p:pic>
        <p:nvPicPr>
          <p:cNvPr id="70" name="Picture 6">
            <a:extLst>
              <a:ext uri="{FF2B5EF4-FFF2-40B4-BE49-F238E27FC236}">
                <a16:creationId xmlns:a16="http://schemas.microsoft.com/office/drawing/2014/main" id="{5D5D54A5-E8B4-1285-8315-A8AC9841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9038" y="5125924"/>
            <a:ext cx="719169" cy="71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006A1E1B-79A4-24EB-628D-5826063540F4}"/>
              </a:ext>
            </a:extLst>
          </p:cNvPr>
          <p:cNvSpPr txBox="1"/>
          <p:nvPr/>
        </p:nvSpPr>
        <p:spPr>
          <a:xfrm>
            <a:off x="4397834" y="5007019"/>
            <a:ext cx="2519413" cy="28229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Elevance Sans"/>
              </a:rPr>
              <a:t>Legacy ETL Processing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25BBB82-21FA-4074-A600-5CBB205F34FE}"/>
              </a:ext>
            </a:extLst>
          </p:cNvPr>
          <p:cNvCxnSpPr>
            <a:cxnSpLocks/>
          </p:cNvCxnSpPr>
          <p:nvPr/>
        </p:nvCxnSpPr>
        <p:spPr>
          <a:xfrm>
            <a:off x="1618101" y="5520509"/>
            <a:ext cx="894412" cy="0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tailEnd type="triangle"/>
          </a:ln>
          <a:effectLst/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CCE4D8F-33C9-0FED-95C0-F7F0CF98E457}"/>
              </a:ext>
            </a:extLst>
          </p:cNvPr>
          <p:cNvSpPr txBox="1"/>
          <p:nvPr/>
        </p:nvSpPr>
        <p:spPr>
          <a:xfrm>
            <a:off x="4987494" y="6275947"/>
            <a:ext cx="5002006" cy="10772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700" b="1" i="1">
                <a:solidFill>
                  <a:srgbClr val="1A3673"/>
                </a:solidFill>
                <a:latin typeface="Elevance Sans"/>
              </a:rPr>
              <a:t>** If it’s not feasible to compare against Teradata loads, validate target table data against Kafka source topics data/ source files</a:t>
            </a:r>
            <a:endParaRPr lang="en-US" sz="700" b="1">
              <a:solidFill>
                <a:srgbClr val="1A3673"/>
              </a:solidFill>
              <a:latin typeface="Elevance San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128D6C-2628-91AC-D962-80DC5575C79D}"/>
              </a:ext>
            </a:extLst>
          </p:cNvPr>
          <p:cNvSpPr txBox="1"/>
          <p:nvPr/>
        </p:nvSpPr>
        <p:spPr>
          <a:xfrm>
            <a:off x="2273413" y="4094870"/>
            <a:ext cx="1824278" cy="27359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8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Source Tables in sync between TD &amp; SF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83DC280-FBCD-3D47-28C4-50E3F15DE888}"/>
              </a:ext>
            </a:extLst>
          </p:cNvPr>
          <p:cNvCxnSpPr>
            <a:cxnSpLocks/>
          </p:cNvCxnSpPr>
          <p:nvPr/>
        </p:nvCxnSpPr>
        <p:spPr>
          <a:xfrm>
            <a:off x="2405347" y="4317669"/>
            <a:ext cx="1565690" cy="4026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B9CA191-6C65-2E07-B471-94AEAE1B2F07}"/>
              </a:ext>
            </a:extLst>
          </p:cNvPr>
          <p:cNvSpPr txBox="1"/>
          <p:nvPr/>
        </p:nvSpPr>
        <p:spPr>
          <a:xfrm>
            <a:off x="7340702" y="3883142"/>
            <a:ext cx="1153443" cy="1384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sz="9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SQL</a:t>
            </a:r>
            <a:r>
              <a:rPr lang="en-US" sz="900" b="1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 </a:t>
            </a:r>
            <a:r>
              <a:rPr lang="en-US" sz="9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Validation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FF2912-E4B0-A488-8A1E-A887604F64F0}"/>
              </a:ext>
            </a:extLst>
          </p:cNvPr>
          <p:cNvSpPr txBox="1"/>
          <p:nvPr/>
        </p:nvSpPr>
        <p:spPr>
          <a:xfrm>
            <a:off x="2273413" y="3402380"/>
            <a:ext cx="1744510" cy="18849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8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Target Table Data from TD to SF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1D02977-E2D8-7BEC-E3DD-2D363B8E0DBD}"/>
              </a:ext>
            </a:extLst>
          </p:cNvPr>
          <p:cNvSpPr/>
          <p:nvPr/>
        </p:nvSpPr>
        <p:spPr>
          <a:xfrm>
            <a:off x="10108577" y="1430511"/>
            <a:ext cx="1640688" cy="4973735"/>
          </a:xfrm>
          <a:prstGeom prst="rect">
            <a:avLst/>
          </a:prstGeom>
          <a:noFill/>
          <a:ln w="19050">
            <a:solidFill>
              <a:srgbClr val="1A367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Elevance San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630F1B-81CF-6D10-D828-164317539496}"/>
              </a:ext>
            </a:extLst>
          </p:cNvPr>
          <p:cNvSpPr txBox="1"/>
          <p:nvPr/>
        </p:nvSpPr>
        <p:spPr>
          <a:xfrm>
            <a:off x="10101400" y="1430512"/>
            <a:ext cx="1655044" cy="246221"/>
          </a:xfrm>
          <a:prstGeom prst="rect">
            <a:avLst/>
          </a:prstGeom>
          <a:solidFill>
            <a:srgbClr val="1A3673"/>
          </a:solidFill>
        </p:spPr>
        <p:txBody>
          <a:bodyPr wrap="square" rtlCol="0" anchor="t">
            <a:spAutoFit/>
          </a:bodyPr>
          <a:lstStyle/>
          <a:p>
            <a:pPr algn="ctr" defTabSz="1219170">
              <a:defRPr/>
            </a:pPr>
            <a:r>
              <a:rPr lang="en-US" sz="1000" b="1" kern="0">
                <a:solidFill>
                  <a:prstClr val="white"/>
                </a:solidFill>
                <a:latin typeface="Elevance Sans"/>
              </a:rPr>
              <a:t>Regression Suite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DF281D-A2A2-37FA-9C44-F6381D6E0007}"/>
              </a:ext>
            </a:extLst>
          </p:cNvPr>
          <p:cNvSpPr txBox="1"/>
          <p:nvPr/>
        </p:nvSpPr>
        <p:spPr>
          <a:xfrm>
            <a:off x="10174094" y="5472242"/>
            <a:ext cx="1509655" cy="6232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000">
                <a:solidFill>
                  <a:prstClr val="black"/>
                </a:solidFill>
                <a:latin typeface="Elevance Sans"/>
              </a:rPr>
              <a:t>U</a:t>
            </a:r>
            <a:r>
              <a:rPr lang="en-US" sz="1100" kern="0">
                <a:solidFill>
                  <a:prstClr val="black"/>
                </a:solidFill>
                <a:latin typeface="Elevance Sans"/>
              </a:rPr>
              <a:t>tilize Regression Suite built during other Testing Phase</a:t>
            </a:r>
            <a:r>
              <a:rPr lang="en-US" sz="1000">
                <a:solidFill>
                  <a:prstClr val="black"/>
                </a:solidFill>
                <a:latin typeface="Elevance Sans"/>
              </a:rPr>
              <a:t>s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F032429-E7BE-9302-8653-A3B42A147180}"/>
              </a:ext>
            </a:extLst>
          </p:cNvPr>
          <p:cNvSpPr/>
          <p:nvPr/>
        </p:nvSpPr>
        <p:spPr>
          <a:xfrm>
            <a:off x="10182371" y="1864957"/>
            <a:ext cx="1493102" cy="41038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DDL Validation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487606-E784-D524-5BDD-81DA6C860168}"/>
              </a:ext>
            </a:extLst>
          </p:cNvPr>
          <p:cNvSpPr/>
          <p:nvPr/>
        </p:nvSpPr>
        <p:spPr>
          <a:xfrm>
            <a:off x="10182371" y="3095237"/>
            <a:ext cx="1493102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KPI Validation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FC07CEC-6ECC-0AF7-9BAC-1FA2558B4469}"/>
              </a:ext>
            </a:extLst>
          </p:cNvPr>
          <p:cNvSpPr/>
          <p:nvPr/>
        </p:nvSpPr>
        <p:spPr>
          <a:xfrm>
            <a:off x="10182371" y="2468708"/>
            <a:ext cx="1493102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Count Validation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7FB16BA-CDA7-F7A2-4E9F-7216F1FDE8D0}"/>
              </a:ext>
            </a:extLst>
          </p:cNvPr>
          <p:cNvSpPr/>
          <p:nvPr/>
        </p:nvSpPr>
        <p:spPr>
          <a:xfrm>
            <a:off x="10182371" y="3706239"/>
            <a:ext cx="1493102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GL Balancing across tables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AECACFA-2026-8386-41FE-4AC5277359FD}"/>
              </a:ext>
            </a:extLst>
          </p:cNvPr>
          <p:cNvSpPr/>
          <p:nvPr/>
        </p:nvSpPr>
        <p:spPr>
          <a:xfrm>
            <a:off x="10182371" y="4943771"/>
            <a:ext cx="1493102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Tokenization Validations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1D58269-D149-4AEE-11A6-81930C78FEEC}"/>
              </a:ext>
            </a:extLst>
          </p:cNvPr>
          <p:cNvSpPr/>
          <p:nvPr/>
        </p:nvSpPr>
        <p:spPr>
          <a:xfrm>
            <a:off x="10182371" y="4327229"/>
            <a:ext cx="1493102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57150" tIns="57150" rIns="57150" bIns="57150" rtlCol="0" anchor="ctr">
            <a:noAutofit/>
          </a:bodyPr>
          <a:lstStyle/>
          <a:p>
            <a:pPr algn="ctr">
              <a:defRPr/>
            </a:pPr>
            <a:r>
              <a:rPr lang="en-US" sz="1100" kern="0">
                <a:solidFill>
                  <a:prstClr val="black"/>
                </a:solidFill>
                <a:latin typeface="Elevance Sans"/>
              </a:rPr>
              <a:t>Security Views Validations</a:t>
            </a:r>
          </a:p>
        </p:txBody>
      </p:sp>
      <p:cxnSp>
        <p:nvCxnSpPr>
          <p:cNvPr id="94" name="Connector: Elbow 28">
            <a:extLst>
              <a:ext uri="{FF2B5EF4-FFF2-40B4-BE49-F238E27FC236}">
                <a16:creationId xmlns:a16="http://schemas.microsoft.com/office/drawing/2014/main" id="{C3568ACA-78C3-E661-28B7-9082C2008869}"/>
              </a:ext>
            </a:extLst>
          </p:cNvPr>
          <p:cNvCxnSpPr>
            <a:cxnSpLocks/>
            <a:stCxn id="6" idx="3"/>
            <a:endCxn id="84" idx="1"/>
          </p:cNvCxnSpPr>
          <p:nvPr/>
        </p:nvCxnSpPr>
        <p:spPr>
          <a:xfrm>
            <a:off x="9870159" y="2151718"/>
            <a:ext cx="238419" cy="17656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30">
            <a:extLst>
              <a:ext uri="{FF2B5EF4-FFF2-40B4-BE49-F238E27FC236}">
                <a16:creationId xmlns:a16="http://schemas.microsoft.com/office/drawing/2014/main" id="{E1021571-E7E7-50AA-CD6B-DFFAE0D475C2}"/>
              </a:ext>
            </a:extLst>
          </p:cNvPr>
          <p:cNvCxnSpPr>
            <a:cxnSpLocks/>
            <a:stCxn id="46" idx="3"/>
            <a:endCxn id="84" idx="1"/>
          </p:cNvCxnSpPr>
          <p:nvPr/>
        </p:nvCxnSpPr>
        <p:spPr>
          <a:xfrm flipV="1">
            <a:off x="9862980" y="3917379"/>
            <a:ext cx="245598" cy="16692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32">
            <a:extLst>
              <a:ext uri="{FF2B5EF4-FFF2-40B4-BE49-F238E27FC236}">
                <a16:creationId xmlns:a16="http://schemas.microsoft.com/office/drawing/2014/main" id="{AE0DF5B0-70A8-2329-8E9D-A3C37718E995}"/>
              </a:ext>
            </a:extLst>
          </p:cNvPr>
          <p:cNvCxnSpPr>
            <a:cxnSpLocks/>
            <a:stCxn id="7" idx="3"/>
            <a:endCxn id="84" idx="1"/>
          </p:cNvCxnSpPr>
          <p:nvPr/>
        </p:nvCxnSpPr>
        <p:spPr>
          <a:xfrm>
            <a:off x="9862980" y="3868453"/>
            <a:ext cx="245598" cy="4892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A0A977B-C95A-53A2-2693-73204529CD43}"/>
              </a:ext>
            </a:extLst>
          </p:cNvPr>
          <p:cNvSpPr txBox="1"/>
          <p:nvPr/>
        </p:nvSpPr>
        <p:spPr>
          <a:xfrm>
            <a:off x="2319786" y="1859874"/>
            <a:ext cx="1650671" cy="207085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8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Falcon Framework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6B79DF3-927E-C4A7-2623-1DAE04417E8C}"/>
              </a:ext>
            </a:extLst>
          </p:cNvPr>
          <p:cNvCxnSpPr>
            <a:cxnSpLocks/>
          </p:cNvCxnSpPr>
          <p:nvPr/>
        </p:nvCxnSpPr>
        <p:spPr>
          <a:xfrm>
            <a:off x="2321184" y="3602498"/>
            <a:ext cx="1736349" cy="2013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6A03770-23EA-0BF0-955B-F8A094EDF985}"/>
              </a:ext>
            </a:extLst>
          </p:cNvPr>
          <p:cNvCxnSpPr>
            <a:cxnSpLocks/>
          </p:cNvCxnSpPr>
          <p:nvPr/>
        </p:nvCxnSpPr>
        <p:spPr>
          <a:xfrm>
            <a:off x="2266675" y="2071157"/>
            <a:ext cx="1771703" cy="9277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B247FB3-3360-2D5D-4CED-527B7B9FF6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4825" y="1751999"/>
            <a:ext cx="519259" cy="52539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F4E2F75-F550-72A7-6C86-7BE5F38E2D20}"/>
              </a:ext>
            </a:extLst>
          </p:cNvPr>
          <p:cNvSpPr txBox="1"/>
          <p:nvPr/>
        </p:nvSpPr>
        <p:spPr>
          <a:xfrm>
            <a:off x="4770565" y="1863221"/>
            <a:ext cx="1650671" cy="207085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800" i="1">
                <a:solidFill>
                  <a:srgbClr val="FFFFFF">
                    <a:lumMod val="50000"/>
                  </a:srgbClr>
                </a:solidFill>
                <a:latin typeface="Elevance Sans"/>
              </a:rPr>
              <a:t>Ingestion Framework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13E7339-E583-CD34-001C-0AAD722C111D}"/>
              </a:ext>
            </a:extLst>
          </p:cNvPr>
          <p:cNvCxnSpPr>
            <a:cxnSpLocks/>
          </p:cNvCxnSpPr>
          <p:nvPr/>
        </p:nvCxnSpPr>
        <p:spPr>
          <a:xfrm>
            <a:off x="4769442" y="2076750"/>
            <a:ext cx="1771703" cy="9277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169F82C-DD2A-F509-ADE3-FC4E76AA969A}"/>
              </a:ext>
            </a:extLst>
          </p:cNvPr>
          <p:cNvSpPr txBox="1"/>
          <p:nvPr/>
        </p:nvSpPr>
        <p:spPr>
          <a:xfrm>
            <a:off x="8413149" y="3242605"/>
            <a:ext cx="1371342" cy="148601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defRPr/>
            </a:pPr>
            <a:r>
              <a:rPr lang="en-US" sz="800" b="1" i="1" u="sng">
                <a:solidFill>
                  <a:prstClr val="black"/>
                </a:solidFill>
                <a:latin typeface="Elevance Sans"/>
              </a:rPr>
              <a:t>Validations between U01 &amp; U02 SF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DDL Validations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Count Validations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Parallel Testing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Sample Data validation  for tables with Huge Data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KPI Validations 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GL Balancing across all tables of subject area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35CC14-7A06-FCF7-A9CF-348AEC0475D7}"/>
              </a:ext>
            </a:extLst>
          </p:cNvPr>
          <p:cNvSpPr txBox="1"/>
          <p:nvPr/>
        </p:nvSpPr>
        <p:spPr>
          <a:xfrm>
            <a:off x="8423434" y="5149045"/>
            <a:ext cx="1395724" cy="103348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defRPr/>
            </a:pPr>
            <a:r>
              <a:rPr lang="en-US" sz="800" b="1" i="1" u="sng">
                <a:solidFill>
                  <a:prstClr val="black"/>
                </a:solidFill>
                <a:latin typeface="Elevance Sans"/>
              </a:rPr>
              <a:t>Validations between Stream Source/ TD &amp; SF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Schema Validations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Count Validations 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KPI Validations 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en-US" sz="800" kern="0">
                <a:solidFill>
                  <a:prstClr val="black"/>
                </a:solidFill>
                <a:latin typeface="Elevance Sans"/>
              </a:rPr>
              <a:t>GL Balancing across all tables of subject area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76D2852-CC39-635D-2442-0436D836EC61}"/>
              </a:ext>
            </a:extLst>
          </p:cNvPr>
          <p:cNvSpPr txBox="1"/>
          <p:nvPr/>
        </p:nvSpPr>
        <p:spPr>
          <a:xfrm>
            <a:off x="8715734" y="4890124"/>
            <a:ext cx="955965" cy="10810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defRPr/>
            </a:pPr>
            <a:r>
              <a:rPr lang="en-US" sz="1000" b="1" i="1">
                <a:solidFill>
                  <a:prstClr val="black"/>
                </a:solidFill>
                <a:latin typeface="Elevance Sans"/>
              </a:rPr>
              <a:t>TRAVIS</a:t>
            </a:r>
          </a:p>
        </p:txBody>
      </p:sp>
      <p:pic>
        <p:nvPicPr>
          <p:cNvPr id="107" name="Picture 106" descr="Logo, company name&#10;&#10;Description automatically generated">
            <a:extLst>
              <a:ext uri="{FF2B5EF4-FFF2-40B4-BE49-F238E27FC236}">
                <a16:creationId xmlns:a16="http://schemas.microsoft.com/office/drawing/2014/main" id="{D8668AC1-EF57-E518-BF7C-F86DB9C50C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5" b="24115"/>
          <a:stretch/>
        </p:blipFill>
        <p:spPr>
          <a:xfrm>
            <a:off x="6588985" y="3430570"/>
            <a:ext cx="1376391" cy="343766"/>
          </a:xfrm>
          <a:prstGeom prst="rect">
            <a:avLst/>
          </a:prstGeom>
        </p:spPr>
      </p:pic>
      <p:pic>
        <p:nvPicPr>
          <p:cNvPr id="108" name="Picture 107" descr="Logo, company name&#10;&#10;Description automatically generated">
            <a:extLst>
              <a:ext uri="{FF2B5EF4-FFF2-40B4-BE49-F238E27FC236}">
                <a16:creationId xmlns:a16="http://schemas.microsoft.com/office/drawing/2014/main" id="{92246C72-EF9D-8172-C396-226267ACDEE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5" b="24115"/>
          <a:stretch/>
        </p:blipFill>
        <p:spPr>
          <a:xfrm>
            <a:off x="6590050" y="4131761"/>
            <a:ext cx="1376391" cy="343766"/>
          </a:xfrm>
          <a:prstGeom prst="rect">
            <a:avLst/>
          </a:prstGeom>
        </p:spPr>
      </p:pic>
      <p:pic>
        <p:nvPicPr>
          <p:cNvPr id="109" name="Picture 108" descr="Logo, company name&#10;&#10;Description automatically generated">
            <a:extLst>
              <a:ext uri="{FF2B5EF4-FFF2-40B4-BE49-F238E27FC236}">
                <a16:creationId xmlns:a16="http://schemas.microsoft.com/office/drawing/2014/main" id="{4726B2D0-8E64-76E4-99CE-EC8F8D093D0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5" b="24115"/>
          <a:stretch/>
        </p:blipFill>
        <p:spPr>
          <a:xfrm>
            <a:off x="929906" y="4126210"/>
            <a:ext cx="1376391" cy="343766"/>
          </a:xfrm>
          <a:prstGeom prst="rect">
            <a:avLst/>
          </a:prstGeom>
        </p:spPr>
      </p:pic>
      <p:pic>
        <p:nvPicPr>
          <p:cNvPr id="110" name="Picture 8">
            <a:extLst>
              <a:ext uri="{FF2B5EF4-FFF2-40B4-BE49-F238E27FC236}">
                <a16:creationId xmlns:a16="http://schemas.microsoft.com/office/drawing/2014/main" id="{29B53C2E-9516-8004-C694-E655D151E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2" b="34814"/>
          <a:stretch/>
        </p:blipFill>
        <p:spPr bwMode="auto">
          <a:xfrm>
            <a:off x="1038948" y="3474227"/>
            <a:ext cx="1171356" cy="26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General_Border_44">
            <a:extLst>
              <a:ext uri="{FF2B5EF4-FFF2-40B4-BE49-F238E27FC236}">
                <a16:creationId xmlns:a16="http://schemas.microsoft.com/office/drawing/2014/main" id="{F38EAABE-3F38-FEC8-235D-03C331180A0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01106" y="4115213"/>
            <a:ext cx="365760" cy="365760"/>
            <a:chOff x="3987" y="1509"/>
            <a:chExt cx="340" cy="340"/>
          </a:xfrm>
          <a:solidFill>
            <a:schemeClr val="tx2"/>
          </a:solidFill>
        </p:grpSpPr>
        <p:sp>
          <p:nvSpPr>
            <p:cNvPr id="112" name="Freeform 40">
              <a:extLst>
                <a:ext uri="{FF2B5EF4-FFF2-40B4-BE49-F238E27FC236}">
                  <a16:creationId xmlns:a16="http://schemas.microsoft.com/office/drawing/2014/main" id="{4EBEEE44-7300-0781-685C-7E3E539D79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7" y="1509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  <p:sp>
          <p:nvSpPr>
            <p:cNvPr id="113" name="Freeform 41">
              <a:extLst>
                <a:ext uri="{FF2B5EF4-FFF2-40B4-BE49-F238E27FC236}">
                  <a16:creationId xmlns:a16="http://schemas.microsoft.com/office/drawing/2014/main" id="{8CC42988-62FE-A6B8-B3EB-EF56485E9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3" y="1568"/>
              <a:ext cx="215" cy="214"/>
            </a:xfrm>
            <a:custGeom>
              <a:avLst/>
              <a:gdLst>
                <a:gd name="T0" fmla="*/ 168 w 324"/>
                <a:gd name="T1" fmla="*/ 177 h 322"/>
                <a:gd name="T2" fmla="*/ 123 w 324"/>
                <a:gd name="T3" fmla="*/ 143 h 322"/>
                <a:gd name="T4" fmla="*/ 65 w 324"/>
                <a:gd name="T5" fmla="*/ 142 h 322"/>
                <a:gd name="T6" fmla="*/ 18 w 324"/>
                <a:gd name="T7" fmla="*/ 175 h 322"/>
                <a:gd name="T8" fmla="*/ 0 w 324"/>
                <a:gd name="T9" fmla="*/ 229 h 322"/>
                <a:gd name="T10" fmla="*/ 17 w 324"/>
                <a:gd name="T11" fmla="*/ 284 h 322"/>
                <a:gd name="T12" fmla="*/ 63 w 324"/>
                <a:gd name="T13" fmla="*/ 319 h 322"/>
                <a:gd name="T14" fmla="*/ 115 w 324"/>
                <a:gd name="T15" fmla="*/ 320 h 322"/>
                <a:gd name="T16" fmla="*/ 145 w 324"/>
                <a:gd name="T17" fmla="*/ 294 h 322"/>
                <a:gd name="T18" fmla="*/ 172 w 324"/>
                <a:gd name="T19" fmla="*/ 252 h 322"/>
                <a:gd name="T20" fmla="*/ 146 w 324"/>
                <a:gd name="T21" fmla="*/ 249 h 322"/>
                <a:gd name="T22" fmla="*/ 125 w 324"/>
                <a:gd name="T23" fmla="*/ 277 h 322"/>
                <a:gd name="T24" fmla="*/ 92 w 324"/>
                <a:gd name="T25" fmla="*/ 284 h 322"/>
                <a:gd name="T26" fmla="*/ 69 w 324"/>
                <a:gd name="T27" fmla="*/ 293 h 322"/>
                <a:gd name="T28" fmla="*/ 37 w 324"/>
                <a:gd name="T29" fmla="*/ 267 h 322"/>
                <a:gd name="T30" fmla="*/ 26 w 324"/>
                <a:gd name="T31" fmla="*/ 227 h 322"/>
                <a:gd name="T32" fmla="*/ 41 w 324"/>
                <a:gd name="T33" fmla="*/ 189 h 322"/>
                <a:gd name="T34" fmla="*/ 76 w 324"/>
                <a:gd name="T35" fmla="*/ 168 h 322"/>
                <a:gd name="T36" fmla="*/ 115 w 324"/>
                <a:gd name="T37" fmla="*/ 164 h 322"/>
                <a:gd name="T38" fmla="*/ 150 w 324"/>
                <a:gd name="T39" fmla="*/ 190 h 322"/>
                <a:gd name="T40" fmla="*/ 163 w 324"/>
                <a:gd name="T41" fmla="*/ 232 h 322"/>
                <a:gd name="T42" fmla="*/ 61 w 324"/>
                <a:gd name="T43" fmla="*/ 214 h 322"/>
                <a:gd name="T44" fmla="*/ 103 w 324"/>
                <a:gd name="T45" fmla="*/ 265 h 322"/>
                <a:gd name="T46" fmla="*/ 105 w 324"/>
                <a:gd name="T47" fmla="*/ 237 h 322"/>
                <a:gd name="T48" fmla="*/ 80 w 324"/>
                <a:gd name="T49" fmla="*/ 224 h 322"/>
                <a:gd name="T50" fmla="*/ 106 w 324"/>
                <a:gd name="T51" fmla="*/ 226 h 322"/>
                <a:gd name="T52" fmla="*/ 308 w 324"/>
                <a:gd name="T53" fmla="*/ 62 h 322"/>
                <a:gd name="T54" fmla="*/ 276 w 324"/>
                <a:gd name="T55" fmla="*/ 23 h 322"/>
                <a:gd name="T56" fmla="*/ 227 w 324"/>
                <a:gd name="T57" fmla="*/ 10 h 322"/>
                <a:gd name="T58" fmla="*/ 180 w 324"/>
                <a:gd name="T59" fmla="*/ 29 h 322"/>
                <a:gd name="T60" fmla="*/ 152 w 324"/>
                <a:gd name="T61" fmla="*/ 71 h 322"/>
                <a:gd name="T62" fmla="*/ 155 w 324"/>
                <a:gd name="T63" fmla="*/ 122 h 322"/>
                <a:gd name="T64" fmla="*/ 187 w 324"/>
                <a:gd name="T65" fmla="*/ 161 h 322"/>
                <a:gd name="T66" fmla="*/ 236 w 324"/>
                <a:gd name="T67" fmla="*/ 174 h 322"/>
                <a:gd name="T68" fmla="*/ 276 w 324"/>
                <a:gd name="T69" fmla="*/ 156 h 322"/>
                <a:gd name="T70" fmla="*/ 305 w 324"/>
                <a:gd name="T71" fmla="*/ 117 h 322"/>
                <a:gd name="T72" fmla="*/ 298 w 324"/>
                <a:gd name="T73" fmla="*/ 96 h 322"/>
                <a:gd name="T74" fmla="*/ 283 w 324"/>
                <a:gd name="T75" fmla="*/ 134 h 322"/>
                <a:gd name="T76" fmla="*/ 248 w 324"/>
                <a:gd name="T77" fmla="*/ 155 h 322"/>
                <a:gd name="T78" fmla="*/ 209 w 324"/>
                <a:gd name="T79" fmla="*/ 158 h 322"/>
                <a:gd name="T80" fmla="*/ 174 w 324"/>
                <a:gd name="T81" fmla="*/ 132 h 322"/>
                <a:gd name="T82" fmla="*/ 161 w 324"/>
                <a:gd name="T83" fmla="*/ 91 h 322"/>
                <a:gd name="T84" fmla="*/ 175 w 324"/>
                <a:gd name="T85" fmla="*/ 50 h 322"/>
                <a:gd name="T86" fmla="*/ 211 w 324"/>
                <a:gd name="T87" fmla="*/ 26 h 322"/>
                <a:gd name="T88" fmla="*/ 250 w 324"/>
                <a:gd name="T89" fmla="*/ 30 h 322"/>
                <a:gd name="T90" fmla="*/ 284 w 324"/>
                <a:gd name="T91" fmla="*/ 51 h 322"/>
                <a:gd name="T92" fmla="*/ 298 w 324"/>
                <a:gd name="T93" fmla="*/ 90 h 322"/>
                <a:gd name="T94" fmla="*/ 221 w 324"/>
                <a:gd name="T95" fmla="*/ 58 h 322"/>
                <a:gd name="T96" fmla="*/ 231 w 324"/>
                <a:gd name="T97" fmla="*/ 128 h 322"/>
                <a:gd name="T98" fmla="*/ 248 w 324"/>
                <a:gd name="T99" fmla="*/ 61 h 322"/>
                <a:gd name="T100" fmla="*/ 218 w 324"/>
                <a:gd name="T101" fmla="*/ 96 h 322"/>
                <a:gd name="T102" fmla="*/ 238 w 324"/>
                <a:gd name="T103" fmla="*/ 7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4" h="322">
                  <a:moveTo>
                    <a:pt x="172" y="212"/>
                  </a:moveTo>
                  <a:cubicBezTo>
                    <a:pt x="171" y="211"/>
                    <a:pt x="168" y="209"/>
                    <a:pt x="167" y="208"/>
                  </a:cubicBezTo>
                  <a:cubicBezTo>
                    <a:pt x="167" y="206"/>
                    <a:pt x="168" y="203"/>
                    <a:pt x="169" y="201"/>
                  </a:cubicBezTo>
                  <a:cubicBezTo>
                    <a:pt x="171" y="194"/>
                    <a:pt x="174" y="185"/>
                    <a:pt x="168" y="177"/>
                  </a:cubicBezTo>
                  <a:cubicBezTo>
                    <a:pt x="163" y="169"/>
                    <a:pt x="153" y="169"/>
                    <a:pt x="146" y="169"/>
                  </a:cubicBezTo>
                  <a:cubicBezTo>
                    <a:pt x="144" y="169"/>
                    <a:pt x="141" y="168"/>
                    <a:pt x="139" y="168"/>
                  </a:cubicBezTo>
                  <a:cubicBezTo>
                    <a:pt x="139" y="167"/>
                    <a:pt x="138" y="164"/>
                    <a:pt x="137" y="162"/>
                  </a:cubicBezTo>
                  <a:cubicBezTo>
                    <a:pt x="135" y="155"/>
                    <a:pt x="132" y="146"/>
                    <a:pt x="123" y="143"/>
                  </a:cubicBezTo>
                  <a:cubicBezTo>
                    <a:pt x="114" y="140"/>
                    <a:pt x="105" y="145"/>
                    <a:pt x="100" y="149"/>
                  </a:cubicBezTo>
                  <a:cubicBezTo>
                    <a:pt x="98" y="150"/>
                    <a:pt x="95" y="152"/>
                    <a:pt x="94" y="153"/>
                  </a:cubicBezTo>
                  <a:cubicBezTo>
                    <a:pt x="92" y="152"/>
                    <a:pt x="90" y="150"/>
                    <a:pt x="88" y="149"/>
                  </a:cubicBezTo>
                  <a:cubicBezTo>
                    <a:pt x="83" y="145"/>
                    <a:pt x="74" y="139"/>
                    <a:pt x="65" y="142"/>
                  </a:cubicBezTo>
                  <a:cubicBezTo>
                    <a:pt x="56" y="145"/>
                    <a:pt x="53" y="154"/>
                    <a:pt x="50" y="161"/>
                  </a:cubicBezTo>
                  <a:cubicBezTo>
                    <a:pt x="49" y="163"/>
                    <a:pt x="48" y="166"/>
                    <a:pt x="48" y="167"/>
                  </a:cubicBezTo>
                  <a:cubicBezTo>
                    <a:pt x="46" y="167"/>
                    <a:pt x="43" y="167"/>
                    <a:pt x="41" y="167"/>
                  </a:cubicBezTo>
                  <a:cubicBezTo>
                    <a:pt x="34" y="167"/>
                    <a:pt x="24" y="168"/>
                    <a:pt x="18" y="175"/>
                  </a:cubicBezTo>
                  <a:cubicBezTo>
                    <a:pt x="13" y="183"/>
                    <a:pt x="15" y="192"/>
                    <a:pt x="17" y="199"/>
                  </a:cubicBezTo>
                  <a:cubicBezTo>
                    <a:pt x="18" y="201"/>
                    <a:pt x="19" y="204"/>
                    <a:pt x="19" y="206"/>
                  </a:cubicBezTo>
                  <a:cubicBezTo>
                    <a:pt x="18" y="207"/>
                    <a:pt x="15" y="209"/>
                    <a:pt x="14" y="210"/>
                  </a:cubicBezTo>
                  <a:cubicBezTo>
                    <a:pt x="8" y="214"/>
                    <a:pt x="0" y="220"/>
                    <a:pt x="0" y="229"/>
                  </a:cubicBezTo>
                  <a:cubicBezTo>
                    <a:pt x="0" y="239"/>
                    <a:pt x="7" y="245"/>
                    <a:pt x="13" y="249"/>
                  </a:cubicBezTo>
                  <a:cubicBezTo>
                    <a:pt x="15" y="251"/>
                    <a:pt x="18" y="253"/>
                    <a:pt x="18" y="253"/>
                  </a:cubicBezTo>
                  <a:cubicBezTo>
                    <a:pt x="18" y="255"/>
                    <a:pt x="17" y="258"/>
                    <a:pt x="16" y="261"/>
                  </a:cubicBezTo>
                  <a:cubicBezTo>
                    <a:pt x="14" y="268"/>
                    <a:pt x="11" y="277"/>
                    <a:pt x="17" y="284"/>
                  </a:cubicBezTo>
                  <a:cubicBezTo>
                    <a:pt x="22" y="292"/>
                    <a:pt x="32" y="292"/>
                    <a:pt x="39" y="293"/>
                  </a:cubicBezTo>
                  <a:cubicBezTo>
                    <a:pt x="41" y="293"/>
                    <a:pt x="44" y="293"/>
                    <a:pt x="46" y="293"/>
                  </a:cubicBezTo>
                  <a:cubicBezTo>
                    <a:pt x="47" y="295"/>
                    <a:pt x="48" y="298"/>
                    <a:pt x="48" y="299"/>
                  </a:cubicBezTo>
                  <a:cubicBezTo>
                    <a:pt x="51" y="306"/>
                    <a:pt x="54" y="315"/>
                    <a:pt x="63" y="319"/>
                  </a:cubicBezTo>
                  <a:cubicBezTo>
                    <a:pt x="72" y="322"/>
                    <a:pt x="80" y="316"/>
                    <a:pt x="86" y="312"/>
                  </a:cubicBezTo>
                  <a:cubicBezTo>
                    <a:pt x="87" y="311"/>
                    <a:pt x="90" y="309"/>
                    <a:pt x="92" y="309"/>
                  </a:cubicBezTo>
                  <a:cubicBezTo>
                    <a:pt x="93" y="309"/>
                    <a:pt x="95" y="311"/>
                    <a:pt x="97" y="312"/>
                  </a:cubicBezTo>
                  <a:cubicBezTo>
                    <a:pt x="102" y="316"/>
                    <a:pt x="108" y="320"/>
                    <a:pt x="115" y="320"/>
                  </a:cubicBezTo>
                  <a:cubicBezTo>
                    <a:pt x="117" y="320"/>
                    <a:pt x="118" y="320"/>
                    <a:pt x="120" y="319"/>
                  </a:cubicBezTo>
                  <a:cubicBezTo>
                    <a:pt x="129" y="316"/>
                    <a:pt x="133" y="307"/>
                    <a:pt x="135" y="300"/>
                  </a:cubicBezTo>
                  <a:cubicBezTo>
                    <a:pt x="136" y="298"/>
                    <a:pt x="137" y="296"/>
                    <a:pt x="138" y="294"/>
                  </a:cubicBezTo>
                  <a:cubicBezTo>
                    <a:pt x="139" y="294"/>
                    <a:pt x="142" y="294"/>
                    <a:pt x="145" y="294"/>
                  </a:cubicBezTo>
                  <a:cubicBezTo>
                    <a:pt x="152" y="294"/>
                    <a:pt x="161" y="294"/>
                    <a:pt x="167" y="286"/>
                  </a:cubicBezTo>
                  <a:cubicBezTo>
                    <a:pt x="173" y="279"/>
                    <a:pt x="170" y="269"/>
                    <a:pt x="168" y="262"/>
                  </a:cubicBezTo>
                  <a:cubicBezTo>
                    <a:pt x="168" y="260"/>
                    <a:pt x="167" y="257"/>
                    <a:pt x="167" y="256"/>
                  </a:cubicBezTo>
                  <a:cubicBezTo>
                    <a:pt x="168" y="255"/>
                    <a:pt x="170" y="253"/>
                    <a:pt x="172" y="252"/>
                  </a:cubicBezTo>
                  <a:cubicBezTo>
                    <a:pt x="177" y="247"/>
                    <a:pt x="185" y="242"/>
                    <a:pt x="185" y="232"/>
                  </a:cubicBezTo>
                  <a:cubicBezTo>
                    <a:pt x="186" y="223"/>
                    <a:pt x="178" y="217"/>
                    <a:pt x="172" y="212"/>
                  </a:cubicBezTo>
                  <a:close/>
                  <a:moveTo>
                    <a:pt x="159" y="235"/>
                  </a:moveTo>
                  <a:cubicBezTo>
                    <a:pt x="154" y="238"/>
                    <a:pt x="148" y="242"/>
                    <a:pt x="146" y="249"/>
                  </a:cubicBezTo>
                  <a:cubicBezTo>
                    <a:pt x="144" y="255"/>
                    <a:pt x="146" y="262"/>
                    <a:pt x="148" y="268"/>
                  </a:cubicBezTo>
                  <a:cubicBezTo>
                    <a:pt x="148" y="269"/>
                    <a:pt x="148" y="271"/>
                    <a:pt x="149" y="272"/>
                  </a:cubicBezTo>
                  <a:cubicBezTo>
                    <a:pt x="147" y="273"/>
                    <a:pt x="145" y="273"/>
                    <a:pt x="144" y="273"/>
                  </a:cubicBezTo>
                  <a:cubicBezTo>
                    <a:pt x="138" y="273"/>
                    <a:pt x="131" y="273"/>
                    <a:pt x="125" y="277"/>
                  </a:cubicBezTo>
                  <a:cubicBezTo>
                    <a:pt x="120" y="281"/>
                    <a:pt x="117" y="287"/>
                    <a:pt x="115" y="293"/>
                  </a:cubicBezTo>
                  <a:cubicBezTo>
                    <a:pt x="115" y="294"/>
                    <a:pt x="114" y="295"/>
                    <a:pt x="113" y="297"/>
                  </a:cubicBezTo>
                  <a:cubicBezTo>
                    <a:pt x="112" y="296"/>
                    <a:pt x="110" y="294"/>
                    <a:pt x="109" y="293"/>
                  </a:cubicBezTo>
                  <a:cubicBezTo>
                    <a:pt x="104" y="290"/>
                    <a:pt x="99" y="284"/>
                    <a:pt x="92" y="284"/>
                  </a:cubicBezTo>
                  <a:cubicBezTo>
                    <a:pt x="92" y="284"/>
                    <a:pt x="92" y="284"/>
                    <a:pt x="92" y="284"/>
                  </a:cubicBezTo>
                  <a:cubicBezTo>
                    <a:pt x="85" y="284"/>
                    <a:pt x="79" y="289"/>
                    <a:pt x="74" y="293"/>
                  </a:cubicBezTo>
                  <a:cubicBezTo>
                    <a:pt x="73" y="294"/>
                    <a:pt x="71" y="296"/>
                    <a:pt x="70" y="297"/>
                  </a:cubicBezTo>
                  <a:cubicBezTo>
                    <a:pt x="70" y="296"/>
                    <a:pt x="69" y="294"/>
                    <a:pt x="69" y="293"/>
                  </a:cubicBezTo>
                  <a:cubicBezTo>
                    <a:pt x="67" y="287"/>
                    <a:pt x="64" y="280"/>
                    <a:pt x="59" y="276"/>
                  </a:cubicBezTo>
                  <a:cubicBezTo>
                    <a:pt x="53" y="272"/>
                    <a:pt x="46" y="272"/>
                    <a:pt x="40" y="271"/>
                  </a:cubicBezTo>
                  <a:cubicBezTo>
                    <a:pt x="39" y="271"/>
                    <a:pt x="37" y="271"/>
                    <a:pt x="36" y="271"/>
                  </a:cubicBezTo>
                  <a:cubicBezTo>
                    <a:pt x="36" y="270"/>
                    <a:pt x="36" y="268"/>
                    <a:pt x="37" y="267"/>
                  </a:cubicBezTo>
                  <a:cubicBezTo>
                    <a:pt x="39" y="261"/>
                    <a:pt x="41" y="254"/>
                    <a:pt x="39" y="247"/>
                  </a:cubicBezTo>
                  <a:cubicBezTo>
                    <a:pt x="37" y="241"/>
                    <a:pt x="31" y="236"/>
                    <a:pt x="26" y="232"/>
                  </a:cubicBezTo>
                  <a:cubicBezTo>
                    <a:pt x="25" y="232"/>
                    <a:pt x="24" y="231"/>
                    <a:pt x="23" y="230"/>
                  </a:cubicBezTo>
                  <a:cubicBezTo>
                    <a:pt x="24" y="229"/>
                    <a:pt x="25" y="228"/>
                    <a:pt x="26" y="227"/>
                  </a:cubicBezTo>
                  <a:cubicBezTo>
                    <a:pt x="31" y="223"/>
                    <a:pt x="37" y="219"/>
                    <a:pt x="39" y="213"/>
                  </a:cubicBezTo>
                  <a:cubicBezTo>
                    <a:pt x="41" y="206"/>
                    <a:pt x="39" y="199"/>
                    <a:pt x="38" y="193"/>
                  </a:cubicBezTo>
                  <a:cubicBezTo>
                    <a:pt x="37" y="192"/>
                    <a:pt x="37" y="190"/>
                    <a:pt x="37" y="189"/>
                  </a:cubicBezTo>
                  <a:cubicBezTo>
                    <a:pt x="38" y="189"/>
                    <a:pt x="40" y="189"/>
                    <a:pt x="41" y="189"/>
                  </a:cubicBezTo>
                  <a:cubicBezTo>
                    <a:pt x="47" y="189"/>
                    <a:pt x="54" y="189"/>
                    <a:pt x="60" y="185"/>
                  </a:cubicBezTo>
                  <a:cubicBezTo>
                    <a:pt x="66" y="181"/>
                    <a:pt x="68" y="174"/>
                    <a:pt x="70" y="169"/>
                  </a:cubicBezTo>
                  <a:cubicBezTo>
                    <a:pt x="71" y="167"/>
                    <a:pt x="71" y="166"/>
                    <a:pt x="72" y="164"/>
                  </a:cubicBezTo>
                  <a:cubicBezTo>
                    <a:pt x="73" y="165"/>
                    <a:pt x="75" y="167"/>
                    <a:pt x="76" y="168"/>
                  </a:cubicBezTo>
                  <a:cubicBezTo>
                    <a:pt x="81" y="172"/>
                    <a:pt x="87" y="177"/>
                    <a:pt x="93" y="177"/>
                  </a:cubicBezTo>
                  <a:cubicBezTo>
                    <a:pt x="94" y="177"/>
                    <a:pt x="94" y="177"/>
                    <a:pt x="94" y="177"/>
                  </a:cubicBezTo>
                  <a:cubicBezTo>
                    <a:pt x="101" y="177"/>
                    <a:pt x="106" y="172"/>
                    <a:pt x="111" y="168"/>
                  </a:cubicBezTo>
                  <a:cubicBezTo>
                    <a:pt x="112" y="168"/>
                    <a:pt x="114" y="165"/>
                    <a:pt x="115" y="164"/>
                  </a:cubicBezTo>
                  <a:cubicBezTo>
                    <a:pt x="116" y="166"/>
                    <a:pt x="116" y="168"/>
                    <a:pt x="117" y="169"/>
                  </a:cubicBezTo>
                  <a:cubicBezTo>
                    <a:pt x="119" y="175"/>
                    <a:pt x="121" y="181"/>
                    <a:pt x="127" y="185"/>
                  </a:cubicBezTo>
                  <a:cubicBezTo>
                    <a:pt x="132" y="189"/>
                    <a:pt x="139" y="190"/>
                    <a:pt x="145" y="190"/>
                  </a:cubicBezTo>
                  <a:cubicBezTo>
                    <a:pt x="146" y="190"/>
                    <a:pt x="148" y="190"/>
                    <a:pt x="150" y="190"/>
                  </a:cubicBezTo>
                  <a:cubicBezTo>
                    <a:pt x="149" y="192"/>
                    <a:pt x="149" y="193"/>
                    <a:pt x="149" y="194"/>
                  </a:cubicBezTo>
                  <a:cubicBezTo>
                    <a:pt x="147" y="200"/>
                    <a:pt x="145" y="207"/>
                    <a:pt x="147" y="214"/>
                  </a:cubicBezTo>
                  <a:cubicBezTo>
                    <a:pt x="149" y="221"/>
                    <a:pt x="154" y="225"/>
                    <a:pt x="159" y="229"/>
                  </a:cubicBezTo>
                  <a:cubicBezTo>
                    <a:pt x="160" y="230"/>
                    <a:pt x="162" y="231"/>
                    <a:pt x="163" y="232"/>
                  </a:cubicBezTo>
                  <a:cubicBezTo>
                    <a:pt x="161" y="233"/>
                    <a:pt x="160" y="234"/>
                    <a:pt x="159" y="235"/>
                  </a:cubicBezTo>
                  <a:close/>
                  <a:moveTo>
                    <a:pt x="109" y="199"/>
                  </a:moveTo>
                  <a:cubicBezTo>
                    <a:pt x="101" y="195"/>
                    <a:pt x="91" y="194"/>
                    <a:pt x="82" y="197"/>
                  </a:cubicBezTo>
                  <a:cubicBezTo>
                    <a:pt x="73" y="200"/>
                    <a:pt x="66" y="206"/>
                    <a:pt x="61" y="214"/>
                  </a:cubicBezTo>
                  <a:cubicBezTo>
                    <a:pt x="57" y="223"/>
                    <a:pt x="56" y="232"/>
                    <a:pt x="59" y="241"/>
                  </a:cubicBezTo>
                  <a:cubicBezTo>
                    <a:pt x="62" y="250"/>
                    <a:pt x="68" y="258"/>
                    <a:pt x="76" y="262"/>
                  </a:cubicBezTo>
                  <a:cubicBezTo>
                    <a:pt x="81" y="265"/>
                    <a:pt x="87" y="266"/>
                    <a:pt x="93" y="266"/>
                  </a:cubicBezTo>
                  <a:cubicBezTo>
                    <a:pt x="96" y="266"/>
                    <a:pt x="100" y="266"/>
                    <a:pt x="103" y="265"/>
                  </a:cubicBezTo>
                  <a:cubicBezTo>
                    <a:pt x="112" y="262"/>
                    <a:pt x="120" y="256"/>
                    <a:pt x="124" y="247"/>
                  </a:cubicBezTo>
                  <a:cubicBezTo>
                    <a:pt x="129" y="239"/>
                    <a:pt x="129" y="229"/>
                    <a:pt x="127" y="220"/>
                  </a:cubicBezTo>
                  <a:cubicBezTo>
                    <a:pt x="124" y="211"/>
                    <a:pt x="118" y="204"/>
                    <a:pt x="109" y="199"/>
                  </a:cubicBezTo>
                  <a:close/>
                  <a:moveTo>
                    <a:pt x="105" y="237"/>
                  </a:moveTo>
                  <a:cubicBezTo>
                    <a:pt x="103" y="241"/>
                    <a:pt x="101" y="243"/>
                    <a:pt x="97" y="244"/>
                  </a:cubicBezTo>
                  <a:cubicBezTo>
                    <a:pt x="93" y="245"/>
                    <a:pt x="89" y="245"/>
                    <a:pt x="86" y="243"/>
                  </a:cubicBezTo>
                  <a:cubicBezTo>
                    <a:pt x="83" y="241"/>
                    <a:pt x="80" y="239"/>
                    <a:pt x="79" y="235"/>
                  </a:cubicBezTo>
                  <a:cubicBezTo>
                    <a:pt x="78" y="231"/>
                    <a:pt x="78" y="227"/>
                    <a:pt x="80" y="224"/>
                  </a:cubicBezTo>
                  <a:cubicBezTo>
                    <a:pt x="82" y="221"/>
                    <a:pt x="85" y="218"/>
                    <a:pt x="88" y="217"/>
                  </a:cubicBezTo>
                  <a:cubicBezTo>
                    <a:pt x="90" y="217"/>
                    <a:pt x="91" y="216"/>
                    <a:pt x="93" y="216"/>
                  </a:cubicBezTo>
                  <a:cubicBezTo>
                    <a:pt x="95" y="216"/>
                    <a:pt x="97" y="217"/>
                    <a:pt x="99" y="218"/>
                  </a:cubicBezTo>
                  <a:cubicBezTo>
                    <a:pt x="103" y="220"/>
                    <a:pt x="105" y="223"/>
                    <a:pt x="106" y="226"/>
                  </a:cubicBezTo>
                  <a:cubicBezTo>
                    <a:pt x="107" y="230"/>
                    <a:pt x="107" y="234"/>
                    <a:pt x="105" y="237"/>
                  </a:cubicBezTo>
                  <a:close/>
                  <a:moveTo>
                    <a:pt x="311" y="74"/>
                  </a:moveTo>
                  <a:cubicBezTo>
                    <a:pt x="309" y="72"/>
                    <a:pt x="307" y="70"/>
                    <a:pt x="306" y="69"/>
                  </a:cubicBezTo>
                  <a:cubicBezTo>
                    <a:pt x="306" y="67"/>
                    <a:pt x="307" y="64"/>
                    <a:pt x="308" y="62"/>
                  </a:cubicBezTo>
                  <a:cubicBezTo>
                    <a:pt x="310" y="55"/>
                    <a:pt x="313" y="46"/>
                    <a:pt x="307" y="38"/>
                  </a:cubicBezTo>
                  <a:cubicBezTo>
                    <a:pt x="302" y="31"/>
                    <a:pt x="292" y="30"/>
                    <a:pt x="285" y="30"/>
                  </a:cubicBezTo>
                  <a:cubicBezTo>
                    <a:pt x="283" y="30"/>
                    <a:pt x="280" y="30"/>
                    <a:pt x="278" y="29"/>
                  </a:cubicBezTo>
                  <a:cubicBezTo>
                    <a:pt x="277" y="28"/>
                    <a:pt x="276" y="25"/>
                    <a:pt x="276" y="23"/>
                  </a:cubicBezTo>
                  <a:cubicBezTo>
                    <a:pt x="273" y="16"/>
                    <a:pt x="270" y="7"/>
                    <a:pt x="261" y="4"/>
                  </a:cubicBezTo>
                  <a:cubicBezTo>
                    <a:pt x="252" y="1"/>
                    <a:pt x="244" y="6"/>
                    <a:pt x="238" y="10"/>
                  </a:cubicBezTo>
                  <a:cubicBezTo>
                    <a:pt x="237" y="12"/>
                    <a:pt x="234" y="13"/>
                    <a:pt x="232" y="14"/>
                  </a:cubicBezTo>
                  <a:cubicBezTo>
                    <a:pt x="231" y="13"/>
                    <a:pt x="229" y="12"/>
                    <a:pt x="227" y="10"/>
                  </a:cubicBezTo>
                  <a:cubicBezTo>
                    <a:pt x="221" y="6"/>
                    <a:pt x="213" y="0"/>
                    <a:pt x="204" y="3"/>
                  </a:cubicBezTo>
                  <a:cubicBezTo>
                    <a:pt x="195" y="6"/>
                    <a:pt x="191" y="16"/>
                    <a:pt x="189" y="22"/>
                  </a:cubicBezTo>
                  <a:cubicBezTo>
                    <a:pt x="188" y="24"/>
                    <a:pt x="187" y="27"/>
                    <a:pt x="186" y="28"/>
                  </a:cubicBezTo>
                  <a:cubicBezTo>
                    <a:pt x="185" y="29"/>
                    <a:pt x="182" y="29"/>
                    <a:pt x="180" y="29"/>
                  </a:cubicBezTo>
                  <a:cubicBezTo>
                    <a:pt x="172" y="29"/>
                    <a:pt x="163" y="29"/>
                    <a:pt x="157" y="36"/>
                  </a:cubicBezTo>
                  <a:cubicBezTo>
                    <a:pt x="151" y="44"/>
                    <a:pt x="154" y="53"/>
                    <a:pt x="156" y="60"/>
                  </a:cubicBezTo>
                  <a:cubicBezTo>
                    <a:pt x="156" y="62"/>
                    <a:pt x="157" y="65"/>
                    <a:pt x="157" y="67"/>
                  </a:cubicBezTo>
                  <a:cubicBezTo>
                    <a:pt x="156" y="68"/>
                    <a:pt x="154" y="70"/>
                    <a:pt x="152" y="71"/>
                  </a:cubicBezTo>
                  <a:cubicBezTo>
                    <a:pt x="147" y="75"/>
                    <a:pt x="139" y="81"/>
                    <a:pt x="139" y="91"/>
                  </a:cubicBezTo>
                  <a:cubicBezTo>
                    <a:pt x="138" y="100"/>
                    <a:pt x="146" y="106"/>
                    <a:pt x="152" y="110"/>
                  </a:cubicBezTo>
                  <a:cubicBezTo>
                    <a:pt x="153" y="112"/>
                    <a:pt x="156" y="114"/>
                    <a:pt x="157" y="115"/>
                  </a:cubicBezTo>
                  <a:cubicBezTo>
                    <a:pt x="157" y="116"/>
                    <a:pt x="156" y="120"/>
                    <a:pt x="155" y="122"/>
                  </a:cubicBezTo>
                  <a:cubicBezTo>
                    <a:pt x="153" y="129"/>
                    <a:pt x="150" y="138"/>
                    <a:pt x="156" y="146"/>
                  </a:cubicBezTo>
                  <a:cubicBezTo>
                    <a:pt x="161" y="153"/>
                    <a:pt x="171" y="154"/>
                    <a:pt x="178" y="154"/>
                  </a:cubicBezTo>
                  <a:cubicBezTo>
                    <a:pt x="180" y="154"/>
                    <a:pt x="183" y="154"/>
                    <a:pt x="185" y="155"/>
                  </a:cubicBezTo>
                  <a:cubicBezTo>
                    <a:pt x="185" y="156"/>
                    <a:pt x="186" y="159"/>
                    <a:pt x="187" y="161"/>
                  </a:cubicBezTo>
                  <a:cubicBezTo>
                    <a:pt x="189" y="168"/>
                    <a:pt x="192" y="177"/>
                    <a:pt x="201" y="180"/>
                  </a:cubicBezTo>
                  <a:cubicBezTo>
                    <a:pt x="210" y="183"/>
                    <a:pt x="218" y="178"/>
                    <a:pt x="224" y="174"/>
                  </a:cubicBezTo>
                  <a:cubicBezTo>
                    <a:pt x="226" y="172"/>
                    <a:pt x="229" y="171"/>
                    <a:pt x="230" y="170"/>
                  </a:cubicBezTo>
                  <a:cubicBezTo>
                    <a:pt x="232" y="171"/>
                    <a:pt x="234" y="172"/>
                    <a:pt x="236" y="174"/>
                  </a:cubicBezTo>
                  <a:cubicBezTo>
                    <a:pt x="240" y="177"/>
                    <a:pt x="247" y="181"/>
                    <a:pt x="254" y="181"/>
                  </a:cubicBezTo>
                  <a:cubicBezTo>
                    <a:pt x="255" y="181"/>
                    <a:pt x="257" y="181"/>
                    <a:pt x="259" y="181"/>
                  </a:cubicBezTo>
                  <a:cubicBezTo>
                    <a:pt x="268" y="178"/>
                    <a:pt x="271" y="168"/>
                    <a:pt x="274" y="162"/>
                  </a:cubicBezTo>
                  <a:cubicBezTo>
                    <a:pt x="275" y="160"/>
                    <a:pt x="276" y="157"/>
                    <a:pt x="276" y="156"/>
                  </a:cubicBezTo>
                  <a:cubicBezTo>
                    <a:pt x="278" y="155"/>
                    <a:pt x="281" y="155"/>
                    <a:pt x="283" y="155"/>
                  </a:cubicBezTo>
                  <a:cubicBezTo>
                    <a:pt x="290" y="155"/>
                    <a:pt x="300" y="155"/>
                    <a:pt x="306" y="148"/>
                  </a:cubicBezTo>
                  <a:cubicBezTo>
                    <a:pt x="311" y="140"/>
                    <a:pt x="309" y="131"/>
                    <a:pt x="307" y="124"/>
                  </a:cubicBezTo>
                  <a:cubicBezTo>
                    <a:pt x="306" y="122"/>
                    <a:pt x="305" y="119"/>
                    <a:pt x="305" y="117"/>
                  </a:cubicBezTo>
                  <a:cubicBezTo>
                    <a:pt x="306" y="116"/>
                    <a:pt x="309" y="114"/>
                    <a:pt x="310" y="113"/>
                  </a:cubicBezTo>
                  <a:cubicBezTo>
                    <a:pt x="316" y="109"/>
                    <a:pt x="324" y="103"/>
                    <a:pt x="324" y="93"/>
                  </a:cubicBezTo>
                  <a:cubicBezTo>
                    <a:pt x="324" y="84"/>
                    <a:pt x="317" y="78"/>
                    <a:pt x="311" y="74"/>
                  </a:cubicBezTo>
                  <a:close/>
                  <a:moveTo>
                    <a:pt x="298" y="96"/>
                  </a:moveTo>
                  <a:cubicBezTo>
                    <a:pt x="293" y="100"/>
                    <a:pt x="287" y="104"/>
                    <a:pt x="285" y="110"/>
                  </a:cubicBezTo>
                  <a:cubicBezTo>
                    <a:pt x="283" y="117"/>
                    <a:pt x="285" y="123"/>
                    <a:pt x="286" y="129"/>
                  </a:cubicBezTo>
                  <a:cubicBezTo>
                    <a:pt x="287" y="131"/>
                    <a:pt x="287" y="132"/>
                    <a:pt x="287" y="134"/>
                  </a:cubicBezTo>
                  <a:cubicBezTo>
                    <a:pt x="286" y="134"/>
                    <a:pt x="284" y="134"/>
                    <a:pt x="283" y="134"/>
                  </a:cubicBezTo>
                  <a:cubicBezTo>
                    <a:pt x="277" y="134"/>
                    <a:pt x="270" y="134"/>
                    <a:pt x="264" y="138"/>
                  </a:cubicBezTo>
                  <a:cubicBezTo>
                    <a:pt x="258" y="142"/>
                    <a:pt x="256" y="148"/>
                    <a:pt x="254" y="154"/>
                  </a:cubicBezTo>
                  <a:cubicBezTo>
                    <a:pt x="253" y="155"/>
                    <a:pt x="253" y="157"/>
                    <a:pt x="252" y="158"/>
                  </a:cubicBezTo>
                  <a:cubicBezTo>
                    <a:pt x="251" y="157"/>
                    <a:pt x="249" y="155"/>
                    <a:pt x="248" y="155"/>
                  </a:cubicBezTo>
                  <a:cubicBezTo>
                    <a:pt x="243" y="151"/>
                    <a:pt x="237" y="145"/>
                    <a:pt x="231" y="145"/>
                  </a:cubicBezTo>
                  <a:cubicBezTo>
                    <a:pt x="230" y="145"/>
                    <a:pt x="230" y="145"/>
                    <a:pt x="230" y="145"/>
                  </a:cubicBezTo>
                  <a:cubicBezTo>
                    <a:pt x="223" y="145"/>
                    <a:pt x="218" y="151"/>
                    <a:pt x="213" y="154"/>
                  </a:cubicBezTo>
                  <a:cubicBezTo>
                    <a:pt x="212" y="155"/>
                    <a:pt x="210" y="157"/>
                    <a:pt x="209" y="158"/>
                  </a:cubicBezTo>
                  <a:cubicBezTo>
                    <a:pt x="208" y="157"/>
                    <a:pt x="208" y="155"/>
                    <a:pt x="207" y="154"/>
                  </a:cubicBezTo>
                  <a:cubicBezTo>
                    <a:pt x="205" y="148"/>
                    <a:pt x="203" y="141"/>
                    <a:pt x="197" y="137"/>
                  </a:cubicBezTo>
                  <a:cubicBezTo>
                    <a:pt x="192" y="133"/>
                    <a:pt x="185" y="133"/>
                    <a:pt x="179" y="133"/>
                  </a:cubicBezTo>
                  <a:cubicBezTo>
                    <a:pt x="178" y="133"/>
                    <a:pt x="176" y="133"/>
                    <a:pt x="174" y="132"/>
                  </a:cubicBezTo>
                  <a:cubicBezTo>
                    <a:pt x="175" y="131"/>
                    <a:pt x="175" y="129"/>
                    <a:pt x="175" y="128"/>
                  </a:cubicBezTo>
                  <a:cubicBezTo>
                    <a:pt x="177" y="122"/>
                    <a:pt x="179" y="115"/>
                    <a:pt x="177" y="109"/>
                  </a:cubicBezTo>
                  <a:cubicBezTo>
                    <a:pt x="175" y="102"/>
                    <a:pt x="170" y="98"/>
                    <a:pt x="165" y="94"/>
                  </a:cubicBezTo>
                  <a:cubicBezTo>
                    <a:pt x="164" y="93"/>
                    <a:pt x="162" y="92"/>
                    <a:pt x="161" y="91"/>
                  </a:cubicBezTo>
                  <a:cubicBezTo>
                    <a:pt x="163" y="90"/>
                    <a:pt x="164" y="89"/>
                    <a:pt x="165" y="88"/>
                  </a:cubicBezTo>
                  <a:cubicBezTo>
                    <a:pt x="170" y="84"/>
                    <a:pt x="176" y="80"/>
                    <a:pt x="178" y="74"/>
                  </a:cubicBezTo>
                  <a:cubicBezTo>
                    <a:pt x="180" y="67"/>
                    <a:pt x="178" y="61"/>
                    <a:pt x="176" y="55"/>
                  </a:cubicBezTo>
                  <a:cubicBezTo>
                    <a:pt x="176" y="53"/>
                    <a:pt x="176" y="52"/>
                    <a:pt x="175" y="50"/>
                  </a:cubicBezTo>
                  <a:cubicBezTo>
                    <a:pt x="177" y="50"/>
                    <a:pt x="179" y="50"/>
                    <a:pt x="180" y="50"/>
                  </a:cubicBezTo>
                  <a:cubicBezTo>
                    <a:pt x="186" y="50"/>
                    <a:pt x="193" y="50"/>
                    <a:pt x="199" y="46"/>
                  </a:cubicBezTo>
                  <a:cubicBezTo>
                    <a:pt x="204" y="42"/>
                    <a:pt x="207" y="36"/>
                    <a:pt x="209" y="30"/>
                  </a:cubicBezTo>
                  <a:cubicBezTo>
                    <a:pt x="209" y="29"/>
                    <a:pt x="210" y="27"/>
                    <a:pt x="211" y="26"/>
                  </a:cubicBezTo>
                  <a:cubicBezTo>
                    <a:pt x="212" y="27"/>
                    <a:pt x="214" y="29"/>
                    <a:pt x="215" y="29"/>
                  </a:cubicBezTo>
                  <a:cubicBezTo>
                    <a:pt x="220" y="33"/>
                    <a:pt x="225" y="39"/>
                    <a:pt x="232" y="39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9" y="39"/>
                    <a:pt x="245" y="33"/>
                    <a:pt x="250" y="30"/>
                  </a:cubicBezTo>
                  <a:cubicBezTo>
                    <a:pt x="251" y="29"/>
                    <a:pt x="253" y="27"/>
                    <a:pt x="254" y="26"/>
                  </a:cubicBezTo>
                  <a:cubicBezTo>
                    <a:pt x="254" y="27"/>
                    <a:pt x="255" y="29"/>
                    <a:pt x="255" y="30"/>
                  </a:cubicBezTo>
                  <a:cubicBezTo>
                    <a:pt x="257" y="36"/>
                    <a:pt x="260" y="43"/>
                    <a:pt x="265" y="47"/>
                  </a:cubicBezTo>
                  <a:cubicBezTo>
                    <a:pt x="271" y="51"/>
                    <a:pt x="278" y="51"/>
                    <a:pt x="284" y="51"/>
                  </a:cubicBezTo>
                  <a:cubicBezTo>
                    <a:pt x="285" y="51"/>
                    <a:pt x="287" y="51"/>
                    <a:pt x="288" y="52"/>
                  </a:cubicBezTo>
                  <a:cubicBezTo>
                    <a:pt x="288" y="53"/>
                    <a:pt x="288" y="55"/>
                    <a:pt x="287" y="56"/>
                  </a:cubicBezTo>
                  <a:cubicBezTo>
                    <a:pt x="285" y="62"/>
                    <a:pt x="283" y="69"/>
                    <a:pt x="285" y="75"/>
                  </a:cubicBezTo>
                  <a:cubicBezTo>
                    <a:pt x="287" y="82"/>
                    <a:pt x="293" y="86"/>
                    <a:pt x="298" y="90"/>
                  </a:cubicBezTo>
                  <a:cubicBezTo>
                    <a:pt x="299" y="91"/>
                    <a:pt x="300" y="92"/>
                    <a:pt x="301" y="93"/>
                  </a:cubicBezTo>
                  <a:cubicBezTo>
                    <a:pt x="300" y="94"/>
                    <a:pt x="299" y="95"/>
                    <a:pt x="298" y="96"/>
                  </a:cubicBezTo>
                  <a:close/>
                  <a:moveTo>
                    <a:pt x="248" y="61"/>
                  </a:moveTo>
                  <a:cubicBezTo>
                    <a:pt x="239" y="56"/>
                    <a:pt x="230" y="55"/>
                    <a:pt x="221" y="58"/>
                  </a:cubicBezTo>
                  <a:cubicBezTo>
                    <a:pt x="212" y="61"/>
                    <a:pt x="204" y="67"/>
                    <a:pt x="200" y="75"/>
                  </a:cubicBezTo>
                  <a:cubicBezTo>
                    <a:pt x="195" y="84"/>
                    <a:pt x="195" y="93"/>
                    <a:pt x="197" y="103"/>
                  </a:cubicBezTo>
                  <a:cubicBezTo>
                    <a:pt x="200" y="112"/>
                    <a:pt x="206" y="119"/>
                    <a:pt x="215" y="123"/>
                  </a:cubicBezTo>
                  <a:cubicBezTo>
                    <a:pt x="220" y="126"/>
                    <a:pt x="226" y="128"/>
                    <a:pt x="231" y="128"/>
                  </a:cubicBezTo>
                  <a:cubicBezTo>
                    <a:pt x="235" y="128"/>
                    <a:pt x="238" y="127"/>
                    <a:pt x="242" y="126"/>
                  </a:cubicBezTo>
                  <a:cubicBezTo>
                    <a:pt x="251" y="123"/>
                    <a:pt x="258" y="117"/>
                    <a:pt x="263" y="109"/>
                  </a:cubicBezTo>
                  <a:cubicBezTo>
                    <a:pt x="267" y="100"/>
                    <a:pt x="268" y="91"/>
                    <a:pt x="265" y="81"/>
                  </a:cubicBezTo>
                  <a:cubicBezTo>
                    <a:pt x="262" y="72"/>
                    <a:pt x="256" y="65"/>
                    <a:pt x="248" y="61"/>
                  </a:cubicBezTo>
                  <a:close/>
                  <a:moveTo>
                    <a:pt x="244" y="99"/>
                  </a:moveTo>
                  <a:cubicBezTo>
                    <a:pt x="242" y="102"/>
                    <a:pt x="239" y="104"/>
                    <a:pt x="236" y="106"/>
                  </a:cubicBezTo>
                  <a:cubicBezTo>
                    <a:pt x="232" y="107"/>
                    <a:pt x="228" y="106"/>
                    <a:pt x="225" y="105"/>
                  </a:cubicBezTo>
                  <a:cubicBezTo>
                    <a:pt x="221" y="103"/>
                    <a:pt x="219" y="100"/>
                    <a:pt x="218" y="96"/>
                  </a:cubicBezTo>
                  <a:cubicBezTo>
                    <a:pt x="217" y="93"/>
                    <a:pt x="217" y="89"/>
                    <a:pt x="219" y="85"/>
                  </a:cubicBezTo>
                  <a:cubicBezTo>
                    <a:pt x="221" y="82"/>
                    <a:pt x="223" y="80"/>
                    <a:pt x="227" y="78"/>
                  </a:cubicBezTo>
                  <a:cubicBezTo>
                    <a:pt x="229" y="78"/>
                    <a:pt x="230" y="78"/>
                    <a:pt x="231" y="78"/>
                  </a:cubicBezTo>
                  <a:cubicBezTo>
                    <a:pt x="234" y="78"/>
                    <a:pt x="236" y="78"/>
                    <a:pt x="238" y="79"/>
                  </a:cubicBezTo>
                  <a:cubicBezTo>
                    <a:pt x="241" y="81"/>
                    <a:pt x="244" y="84"/>
                    <a:pt x="245" y="88"/>
                  </a:cubicBezTo>
                  <a:cubicBezTo>
                    <a:pt x="246" y="91"/>
                    <a:pt x="246" y="95"/>
                    <a:pt x="244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</p:grpSp>
      <p:pic>
        <p:nvPicPr>
          <p:cNvPr id="114" name="Picture 113" descr="Logo, company name&#10;&#10;Description automatically generated">
            <a:extLst>
              <a:ext uri="{FF2B5EF4-FFF2-40B4-BE49-F238E27FC236}">
                <a16:creationId xmlns:a16="http://schemas.microsoft.com/office/drawing/2014/main" id="{558D448E-56AE-2AF0-6226-52D07496568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5" b="24115"/>
          <a:stretch/>
        </p:blipFill>
        <p:spPr>
          <a:xfrm>
            <a:off x="6652507" y="5736923"/>
            <a:ext cx="1376391" cy="343766"/>
          </a:xfrm>
          <a:prstGeom prst="rect">
            <a:avLst/>
          </a:prstGeom>
        </p:spPr>
      </p:pic>
      <p:pic>
        <p:nvPicPr>
          <p:cNvPr id="115" name="Picture 8">
            <a:extLst>
              <a:ext uri="{FF2B5EF4-FFF2-40B4-BE49-F238E27FC236}">
                <a16:creationId xmlns:a16="http://schemas.microsoft.com/office/drawing/2014/main" id="{5A0A6501-3990-C24C-D48B-1D77DF253C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2" b="34814"/>
          <a:stretch/>
        </p:blipFill>
        <p:spPr bwMode="auto">
          <a:xfrm>
            <a:off x="6782583" y="5121269"/>
            <a:ext cx="1171356" cy="26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6" name="Connector: Elbow 46">
            <a:extLst>
              <a:ext uri="{FF2B5EF4-FFF2-40B4-BE49-F238E27FC236}">
                <a16:creationId xmlns:a16="http://schemas.microsoft.com/office/drawing/2014/main" id="{C2313567-CDC8-040E-26CC-BB3E7E36A6E7}"/>
              </a:ext>
            </a:extLst>
          </p:cNvPr>
          <p:cNvCxnSpPr>
            <a:cxnSpLocks/>
          </p:cNvCxnSpPr>
          <p:nvPr/>
        </p:nvCxnSpPr>
        <p:spPr>
          <a:xfrm>
            <a:off x="7983281" y="5228643"/>
            <a:ext cx="34336" cy="699352"/>
          </a:xfrm>
          <a:prstGeom prst="bentConnector3">
            <a:avLst>
              <a:gd name="adj1" fmla="val 765774"/>
            </a:avLst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ash"/>
          </a:ln>
          <a:effectLst/>
        </p:spPr>
      </p:cxnSp>
      <p:pic>
        <p:nvPicPr>
          <p:cNvPr id="117" name="Picture 116">
            <a:extLst>
              <a:ext uri="{FF2B5EF4-FFF2-40B4-BE49-F238E27FC236}">
                <a16:creationId xmlns:a16="http://schemas.microsoft.com/office/drawing/2014/main" id="{545725EA-3301-C84A-928A-AB1E374B12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689" y="5243772"/>
            <a:ext cx="519259" cy="525390"/>
          </a:xfrm>
          <a:prstGeom prst="rect">
            <a:avLst/>
          </a:prstGeom>
        </p:spPr>
      </p:pic>
      <p:grpSp>
        <p:nvGrpSpPr>
          <p:cNvPr id="118" name="General_Border_44">
            <a:extLst>
              <a:ext uri="{FF2B5EF4-FFF2-40B4-BE49-F238E27FC236}">
                <a16:creationId xmlns:a16="http://schemas.microsoft.com/office/drawing/2014/main" id="{94E3DA9D-A73E-EB96-2CBA-192895C9B4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19033" y="5001370"/>
            <a:ext cx="365760" cy="365760"/>
            <a:chOff x="3987" y="1509"/>
            <a:chExt cx="340" cy="340"/>
          </a:xfrm>
          <a:solidFill>
            <a:schemeClr val="tx2"/>
          </a:solidFill>
        </p:grpSpPr>
        <p:sp>
          <p:nvSpPr>
            <p:cNvPr id="119" name="Freeform 40">
              <a:extLst>
                <a:ext uri="{FF2B5EF4-FFF2-40B4-BE49-F238E27FC236}">
                  <a16:creationId xmlns:a16="http://schemas.microsoft.com/office/drawing/2014/main" id="{4F5EC69E-9DD4-54CB-88C6-96500C58E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7" y="1509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9454A571-29FA-C652-AA5D-1237A4D53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3" y="1568"/>
              <a:ext cx="215" cy="214"/>
            </a:xfrm>
            <a:custGeom>
              <a:avLst/>
              <a:gdLst>
                <a:gd name="T0" fmla="*/ 168 w 324"/>
                <a:gd name="T1" fmla="*/ 177 h 322"/>
                <a:gd name="T2" fmla="*/ 123 w 324"/>
                <a:gd name="T3" fmla="*/ 143 h 322"/>
                <a:gd name="T4" fmla="*/ 65 w 324"/>
                <a:gd name="T5" fmla="*/ 142 h 322"/>
                <a:gd name="T6" fmla="*/ 18 w 324"/>
                <a:gd name="T7" fmla="*/ 175 h 322"/>
                <a:gd name="T8" fmla="*/ 0 w 324"/>
                <a:gd name="T9" fmla="*/ 229 h 322"/>
                <a:gd name="T10" fmla="*/ 17 w 324"/>
                <a:gd name="T11" fmla="*/ 284 h 322"/>
                <a:gd name="T12" fmla="*/ 63 w 324"/>
                <a:gd name="T13" fmla="*/ 319 h 322"/>
                <a:gd name="T14" fmla="*/ 115 w 324"/>
                <a:gd name="T15" fmla="*/ 320 h 322"/>
                <a:gd name="T16" fmla="*/ 145 w 324"/>
                <a:gd name="T17" fmla="*/ 294 h 322"/>
                <a:gd name="T18" fmla="*/ 172 w 324"/>
                <a:gd name="T19" fmla="*/ 252 h 322"/>
                <a:gd name="T20" fmla="*/ 146 w 324"/>
                <a:gd name="T21" fmla="*/ 249 h 322"/>
                <a:gd name="T22" fmla="*/ 125 w 324"/>
                <a:gd name="T23" fmla="*/ 277 h 322"/>
                <a:gd name="T24" fmla="*/ 92 w 324"/>
                <a:gd name="T25" fmla="*/ 284 h 322"/>
                <a:gd name="T26" fmla="*/ 69 w 324"/>
                <a:gd name="T27" fmla="*/ 293 h 322"/>
                <a:gd name="T28" fmla="*/ 37 w 324"/>
                <a:gd name="T29" fmla="*/ 267 h 322"/>
                <a:gd name="T30" fmla="*/ 26 w 324"/>
                <a:gd name="T31" fmla="*/ 227 h 322"/>
                <a:gd name="T32" fmla="*/ 41 w 324"/>
                <a:gd name="T33" fmla="*/ 189 h 322"/>
                <a:gd name="T34" fmla="*/ 76 w 324"/>
                <a:gd name="T35" fmla="*/ 168 h 322"/>
                <a:gd name="T36" fmla="*/ 115 w 324"/>
                <a:gd name="T37" fmla="*/ 164 h 322"/>
                <a:gd name="T38" fmla="*/ 150 w 324"/>
                <a:gd name="T39" fmla="*/ 190 h 322"/>
                <a:gd name="T40" fmla="*/ 163 w 324"/>
                <a:gd name="T41" fmla="*/ 232 h 322"/>
                <a:gd name="T42" fmla="*/ 61 w 324"/>
                <a:gd name="T43" fmla="*/ 214 h 322"/>
                <a:gd name="T44" fmla="*/ 103 w 324"/>
                <a:gd name="T45" fmla="*/ 265 h 322"/>
                <a:gd name="T46" fmla="*/ 105 w 324"/>
                <a:gd name="T47" fmla="*/ 237 h 322"/>
                <a:gd name="T48" fmla="*/ 80 w 324"/>
                <a:gd name="T49" fmla="*/ 224 h 322"/>
                <a:gd name="T50" fmla="*/ 106 w 324"/>
                <a:gd name="T51" fmla="*/ 226 h 322"/>
                <a:gd name="T52" fmla="*/ 308 w 324"/>
                <a:gd name="T53" fmla="*/ 62 h 322"/>
                <a:gd name="T54" fmla="*/ 276 w 324"/>
                <a:gd name="T55" fmla="*/ 23 h 322"/>
                <a:gd name="T56" fmla="*/ 227 w 324"/>
                <a:gd name="T57" fmla="*/ 10 h 322"/>
                <a:gd name="T58" fmla="*/ 180 w 324"/>
                <a:gd name="T59" fmla="*/ 29 h 322"/>
                <a:gd name="T60" fmla="*/ 152 w 324"/>
                <a:gd name="T61" fmla="*/ 71 h 322"/>
                <a:gd name="T62" fmla="*/ 155 w 324"/>
                <a:gd name="T63" fmla="*/ 122 h 322"/>
                <a:gd name="T64" fmla="*/ 187 w 324"/>
                <a:gd name="T65" fmla="*/ 161 h 322"/>
                <a:gd name="T66" fmla="*/ 236 w 324"/>
                <a:gd name="T67" fmla="*/ 174 h 322"/>
                <a:gd name="T68" fmla="*/ 276 w 324"/>
                <a:gd name="T69" fmla="*/ 156 h 322"/>
                <a:gd name="T70" fmla="*/ 305 w 324"/>
                <a:gd name="T71" fmla="*/ 117 h 322"/>
                <a:gd name="T72" fmla="*/ 298 w 324"/>
                <a:gd name="T73" fmla="*/ 96 h 322"/>
                <a:gd name="T74" fmla="*/ 283 w 324"/>
                <a:gd name="T75" fmla="*/ 134 h 322"/>
                <a:gd name="T76" fmla="*/ 248 w 324"/>
                <a:gd name="T77" fmla="*/ 155 h 322"/>
                <a:gd name="T78" fmla="*/ 209 w 324"/>
                <a:gd name="T79" fmla="*/ 158 h 322"/>
                <a:gd name="T80" fmla="*/ 174 w 324"/>
                <a:gd name="T81" fmla="*/ 132 h 322"/>
                <a:gd name="T82" fmla="*/ 161 w 324"/>
                <a:gd name="T83" fmla="*/ 91 h 322"/>
                <a:gd name="T84" fmla="*/ 175 w 324"/>
                <a:gd name="T85" fmla="*/ 50 h 322"/>
                <a:gd name="T86" fmla="*/ 211 w 324"/>
                <a:gd name="T87" fmla="*/ 26 h 322"/>
                <a:gd name="T88" fmla="*/ 250 w 324"/>
                <a:gd name="T89" fmla="*/ 30 h 322"/>
                <a:gd name="T90" fmla="*/ 284 w 324"/>
                <a:gd name="T91" fmla="*/ 51 h 322"/>
                <a:gd name="T92" fmla="*/ 298 w 324"/>
                <a:gd name="T93" fmla="*/ 90 h 322"/>
                <a:gd name="T94" fmla="*/ 221 w 324"/>
                <a:gd name="T95" fmla="*/ 58 h 322"/>
                <a:gd name="T96" fmla="*/ 231 w 324"/>
                <a:gd name="T97" fmla="*/ 128 h 322"/>
                <a:gd name="T98" fmla="*/ 248 w 324"/>
                <a:gd name="T99" fmla="*/ 61 h 322"/>
                <a:gd name="T100" fmla="*/ 218 w 324"/>
                <a:gd name="T101" fmla="*/ 96 h 322"/>
                <a:gd name="T102" fmla="*/ 238 w 324"/>
                <a:gd name="T103" fmla="*/ 7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4" h="322">
                  <a:moveTo>
                    <a:pt x="172" y="212"/>
                  </a:moveTo>
                  <a:cubicBezTo>
                    <a:pt x="171" y="211"/>
                    <a:pt x="168" y="209"/>
                    <a:pt x="167" y="208"/>
                  </a:cubicBezTo>
                  <a:cubicBezTo>
                    <a:pt x="167" y="206"/>
                    <a:pt x="168" y="203"/>
                    <a:pt x="169" y="201"/>
                  </a:cubicBezTo>
                  <a:cubicBezTo>
                    <a:pt x="171" y="194"/>
                    <a:pt x="174" y="185"/>
                    <a:pt x="168" y="177"/>
                  </a:cubicBezTo>
                  <a:cubicBezTo>
                    <a:pt x="163" y="169"/>
                    <a:pt x="153" y="169"/>
                    <a:pt x="146" y="169"/>
                  </a:cubicBezTo>
                  <a:cubicBezTo>
                    <a:pt x="144" y="169"/>
                    <a:pt x="141" y="168"/>
                    <a:pt x="139" y="168"/>
                  </a:cubicBezTo>
                  <a:cubicBezTo>
                    <a:pt x="139" y="167"/>
                    <a:pt x="138" y="164"/>
                    <a:pt x="137" y="162"/>
                  </a:cubicBezTo>
                  <a:cubicBezTo>
                    <a:pt x="135" y="155"/>
                    <a:pt x="132" y="146"/>
                    <a:pt x="123" y="143"/>
                  </a:cubicBezTo>
                  <a:cubicBezTo>
                    <a:pt x="114" y="140"/>
                    <a:pt x="105" y="145"/>
                    <a:pt x="100" y="149"/>
                  </a:cubicBezTo>
                  <a:cubicBezTo>
                    <a:pt x="98" y="150"/>
                    <a:pt x="95" y="152"/>
                    <a:pt x="94" y="153"/>
                  </a:cubicBezTo>
                  <a:cubicBezTo>
                    <a:pt x="92" y="152"/>
                    <a:pt x="90" y="150"/>
                    <a:pt x="88" y="149"/>
                  </a:cubicBezTo>
                  <a:cubicBezTo>
                    <a:pt x="83" y="145"/>
                    <a:pt x="74" y="139"/>
                    <a:pt x="65" y="142"/>
                  </a:cubicBezTo>
                  <a:cubicBezTo>
                    <a:pt x="56" y="145"/>
                    <a:pt x="53" y="154"/>
                    <a:pt x="50" y="161"/>
                  </a:cubicBezTo>
                  <a:cubicBezTo>
                    <a:pt x="49" y="163"/>
                    <a:pt x="48" y="166"/>
                    <a:pt x="48" y="167"/>
                  </a:cubicBezTo>
                  <a:cubicBezTo>
                    <a:pt x="46" y="167"/>
                    <a:pt x="43" y="167"/>
                    <a:pt x="41" y="167"/>
                  </a:cubicBezTo>
                  <a:cubicBezTo>
                    <a:pt x="34" y="167"/>
                    <a:pt x="24" y="168"/>
                    <a:pt x="18" y="175"/>
                  </a:cubicBezTo>
                  <a:cubicBezTo>
                    <a:pt x="13" y="183"/>
                    <a:pt x="15" y="192"/>
                    <a:pt x="17" y="199"/>
                  </a:cubicBezTo>
                  <a:cubicBezTo>
                    <a:pt x="18" y="201"/>
                    <a:pt x="19" y="204"/>
                    <a:pt x="19" y="206"/>
                  </a:cubicBezTo>
                  <a:cubicBezTo>
                    <a:pt x="18" y="207"/>
                    <a:pt x="15" y="209"/>
                    <a:pt x="14" y="210"/>
                  </a:cubicBezTo>
                  <a:cubicBezTo>
                    <a:pt x="8" y="214"/>
                    <a:pt x="0" y="220"/>
                    <a:pt x="0" y="229"/>
                  </a:cubicBezTo>
                  <a:cubicBezTo>
                    <a:pt x="0" y="239"/>
                    <a:pt x="7" y="245"/>
                    <a:pt x="13" y="249"/>
                  </a:cubicBezTo>
                  <a:cubicBezTo>
                    <a:pt x="15" y="251"/>
                    <a:pt x="18" y="253"/>
                    <a:pt x="18" y="253"/>
                  </a:cubicBezTo>
                  <a:cubicBezTo>
                    <a:pt x="18" y="255"/>
                    <a:pt x="17" y="258"/>
                    <a:pt x="16" y="261"/>
                  </a:cubicBezTo>
                  <a:cubicBezTo>
                    <a:pt x="14" y="268"/>
                    <a:pt x="11" y="277"/>
                    <a:pt x="17" y="284"/>
                  </a:cubicBezTo>
                  <a:cubicBezTo>
                    <a:pt x="22" y="292"/>
                    <a:pt x="32" y="292"/>
                    <a:pt x="39" y="293"/>
                  </a:cubicBezTo>
                  <a:cubicBezTo>
                    <a:pt x="41" y="293"/>
                    <a:pt x="44" y="293"/>
                    <a:pt x="46" y="293"/>
                  </a:cubicBezTo>
                  <a:cubicBezTo>
                    <a:pt x="47" y="295"/>
                    <a:pt x="48" y="298"/>
                    <a:pt x="48" y="299"/>
                  </a:cubicBezTo>
                  <a:cubicBezTo>
                    <a:pt x="51" y="306"/>
                    <a:pt x="54" y="315"/>
                    <a:pt x="63" y="319"/>
                  </a:cubicBezTo>
                  <a:cubicBezTo>
                    <a:pt x="72" y="322"/>
                    <a:pt x="80" y="316"/>
                    <a:pt x="86" y="312"/>
                  </a:cubicBezTo>
                  <a:cubicBezTo>
                    <a:pt x="87" y="311"/>
                    <a:pt x="90" y="309"/>
                    <a:pt x="92" y="309"/>
                  </a:cubicBezTo>
                  <a:cubicBezTo>
                    <a:pt x="93" y="309"/>
                    <a:pt x="95" y="311"/>
                    <a:pt x="97" y="312"/>
                  </a:cubicBezTo>
                  <a:cubicBezTo>
                    <a:pt x="102" y="316"/>
                    <a:pt x="108" y="320"/>
                    <a:pt x="115" y="320"/>
                  </a:cubicBezTo>
                  <a:cubicBezTo>
                    <a:pt x="117" y="320"/>
                    <a:pt x="118" y="320"/>
                    <a:pt x="120" y="319"/>
                  </a:cubicBezTo>
                  <a:cubicBezTo>
                    <a:pt x="129" y="316"/>
                    <a:pt x="133" y="307"/>
                    <a:pt x="135" y="300"/>
                  </a:cubicBezTo>
                  <a:cubicBezTo>
                    <a:pt x="136" y="298"/>
                    <a:pt x="137" y="296"/>
                    <a:pt x="138" y="294"/>
                  </a:cubicBezTo>
                  <a:cubicBezTo>
                    <a:pt x="139" y="294"/>
                    <a:pt x="142" y="294"/>
                    <a:pt x="145" y="294"/>
                  </a:cubicBezTo>
                  <a:cubicBezTo>
                    <a:pt x="152" y="294"/>
                    <a:pt x="161" y="294"/>
                    <a:pt x="167" y="286"/>
                  </a:cubicBezTo>
                  <a:cubicBezTo>
                    <a:pt x="173" y="279"/>
                    <a:pt x="170" y="269"/>
                    <a:pt x="168" y="262"/>
                  </a:cubicBezTo>
                  <a:cubicBezTo>
                    <a:pt x="168" y="260"/>
                    <a:pt x="167" y="257"/>
                    <a:pt x="167" y="256"/>
                  </a:cubicBezTo>
                  <a:cubicBezTo>
                    <a:pt x="168" y="255"/>
                    <a:pt x="170" y="253"/>
                    <a:pt x="172" y="252"/>
                  </a:cubicBezTo>
                  <a:cubicBezTo>
                    <a:pt x="177" y="247"/>
                    <a:pt x="185" y="242"/>
                    <a:pt x="185" y="232"/>
                  </a:cubicBezTo>
                  <a:cubicBezTo>
                    <a:pt x="186" y="223"/>
                    <a:pt x="178" y="217"/>
                    <a:pt x="172" y="212"/>
                  </a:cubicBezTo>
                  <a:close/>
                  <a:moveTo>
                    <a:pt x="159" y="235"/>
                  </a:moveTo>
                  <a:cubicBezTo>
                    <a:pt x="154" y="238"/>
                    <a:pt x="148" y="242"/>
                    <a:pt x="146" y="249"/>
                  </a:cubicBezTo>
                  <a:cubicBezTo>
                    <a:pt x="144" y="255"/>
                    <a:pt x="146" y="262"/>
                    <a:pt x="148" y="268"/>
                  </a:cubicBezTo>
                  <a:cubicBezTo>
                    <a:pt x="148" y="269"/>
                    <a:pt x="148" y="271"/>
                    <a:pt x="149" y="272"/>
                  </a:cubicBezTo>
                  <a:cubicBezTo>
                    <a:pt x="147" y="273"/>
                    <a:pt x="145" y="273"/>
                    <a:pt x="144" y="273"/>
                  </a:cubicBezTo>
                  <a:cubicBezTo>
                    <a:pt x="138" y="273"/>
                    <a:pt x="131" y="273"/>
                    <a:pt x="125" y="277"/>
                  </a:cubicBezTo>
                  <a:cubicBezTo>
                    <a:pt x="120" y="281"/>
                    <a:pt x="117" y="287"/>
                    <a:pt x="115" y="293"/>
                  </a:cubicBezTo>
                  <a:cubicBezTo>
                    <a:pt x="115" y="294"/>
                    <a:pt x="114" y="295"/>
                    <a:pt x="113" y="297"/>
                  </a:cubicBezTo>
                  <a:cubicBezTo>
                    <a:pt x="112" y="296"/>
                    <a:pt x="110" y="294"/>
                    <a:pt x="109" y="293"/>
                  </a:cubicBezTo>
                  <a:cubicBezTo>
                    <a:pt x="104" y="290"/>
                    <a:pt x="99" y="284"/>
                    <a:pt x="92" y="284"/>
                  </a:cubicBezTo>
                  <a:cubicBezTo>
                    <a:pt x="92" y="284"/>
                    <a:pt x="92" y="284"/>
                    <a:pt x="92" y="284"/>
                  </a:cubicBezTo>
                  <a:cubicBezTo>
                    <a:pt x="85" y="284"/>
                    <a:pt x="79" y="289"/>
                    <a:pt x="74" y="293"/>
                  </a:cubicBezTo>
                  <a:cubicBezTo>
                    <a:pt x="73" y="294"/>
                    <a:pt x="71" y="296"/>
                    <a:pt x="70" y="297"/>
                  </a:cubicBezTo>
                  <a:cubicBezTo>
                    <a:pt x="70" y="296"/>
                    <a:pt x="69" y="294"/>
                    <a:pt x="69" y="293"/>
                  </a:cubicBezTo>
                  <a:cubicBezTo>
                    <a:pt x="67" y="287"/>
                    <a:pt x="64" y="280"/>
                    <a:pt x="59" y="276"/>
                  </a:cubicBezTo>
                  <a:cubicBezTo>
                    <a:pt x="53" y="272"/>
                    <a:pt x="46" y="272"/>
                    <a:pt x="40" y="271"/>
                  </a:cubicBezTo>
                  <a:cubicBezTo>
                    <a:pt x="39" y="271"/>
                    <a:pt x="37" y="271"/>
                    <a:pt x="36" y="271"/>
                  </a:cubicBezTo>
                  <a:cubicBezTo>
                    <a:pt x="36" y="270"/>
                    <a:pt x="36" y="268"/>
                    <a:pt x="37" y="267"/>
                  </a:cubicBezTo>
                  <a:cubicBezTo>
                    <a:pt x="39" y="261"/>
                    <a:pt x="41" y="254"/>
                    <a:pt x="39" y="247"/>
                  </a:cubicBezTo>
                  <a:cubicBezTo>
                    <a:pt x="37" y="241"/>
                    <a:pt x="31" y="236"/>
                    <a:pt x="26" y="232"/>
                  </a:cubicBezTo>
                  <a:cubicBezTo>
                    <a:pt x="25" y="232"/>
                    <a:pt x="24" y="231"/>
                    <a:pt x="23" y="230"/>
                  </a:cubicBezTo>
                  <a:cubicBezTo>
                    <a:pt x="24" y="229"/>
                    <a:pt x="25" y="228"/>
                    <a:pt x="26" y="227"/>
                  </a:cubicBezTo>
                  <a:cubicBezTo>
                    <a:pt x="31" y="223"/>
                    <a:pt x="37" y="219"/>
                    <a:pt x="39" y="213"/>
                  </a:cubicBezTo>
                  <a:cubicBezTo>
                    <a:pt x="41" y="206"/>
                    <a:pt x="39" y="199"/>
                    <a:pt x="38" y="193"/>
                  </a:cubicBezTo>
                  <a:cubicBezTo>
                    <a:pt x="37" y="192"/>
                    <a:pt x="37" y="190"/>
                    <a:pt x="37" y="189"/>
                  </a:cubicBezTo>
                  <a:cubicBezTo>
                    <a:pt x="38" y="189"/>
                    <a:pt x="40" y="189"/>
                    <a:pt x="41" y="189"/>
                  </a:cubicBezTo>
                  <a:cubicBezTo>
                    <a:pt x="47" y="189"/>
                    <a:pt x="54" y="189"/>
                    <a:pt x="60" y="185"/>
                  </a:cubicBezTo>
                  <a:cubicBezTo>
                    <a:pt x="66" y="181"/>
                    <a:pt x="68" y="174"/>
                    <a:pt x="70" y="169"/>
                  </a:cubicBezTo>
                  <a:cubicBezTo>
                    <a:pt x="71" y="167"/>
                    <a:pt x="71" y="166"/>
                    <a:pt x="72" y="164"/>
                  </a:cubicBezTo>
                  <a:cubicBezTo>
                    <a:pt x="73" y="165"/>
                    <a:pt x="75" y="167"/>
                    <a:pt x="76" y="168"/>
                  </a:cubicBezTo>
                  <a:cubicBezTo>
                    <a:pt x="81" y="172"/>
                    <a:pt x="87" y="177"/>
                    <a:pt x="93" y="177"/>
                  </a:cubicBezTo>
                  <a:cubicBezTo>
                    <a:pt x="94" y="177"/>
                    <a:pt x="94" y="177"/>
                    <a:pt x="94" y="177"/>
                  </a:cubicBezTo>
                  <a:cubicBezTo>
                    <a:pt x="101" y="177"/>
                    <a:pt x="106" y="172"/>
                    <a:pt x="111" y="168"/>
                  </a:cubicBezTo>
                  <a:cubicBezTo>
                    <a:pt x="112" y="168"/>
                    <a:pt x="114" y="165"/>
                    <a:pt x="115" y="164"/>
                  </a:cubicBezTo>
                  <a:cubicBezTo>
                    <a:pt x="116" y="166"/>
                    <a:pt x="116" y="168"/>
                    <a:pt x="117" y="169"/>
                  </a:cubicBezTo>
                  <a:cubicBezTo>
                    <a:pt x="119" y="175"/>
                    <a:pt x="121" y="181"/>
                    <a:pt x="127" y="185"/>
                  </a:cubicBezTo>
                  <a:cubicBezTo>
                    <a:pt x="132" y="189"/>
                    <a:pt x="139" y="190"/>
                    <a:pt x="145" y="190"/>
                  </a:cubicBezTo>
                  <a:cubicBezTo>
                    <a:pt x="146" y="190"/>
                    <a:pt x="148" y="190"/>
                    <a:pt x="150" y="190"/>
                  </a:cubicBezTo>
                  <a:cubicBezTo>
                    <a:pt x="149" y="192"/>
                    <a:pt x="149" y="193"/>
                    <a:pt x="149" y="194"/>
                  </a:cubicBezTo>
                  <a:cubicBezTo>
                    <a:pt x="147" y="200"/>
                    <a:pt x="145" y="207"/>
                    <a:pt x="147" y="214"/>
                  </a:cubicBezTo>
                  <a:cubicBezTo>
                    <a:pt x="149" y="221"/>
                    <a:pt x="154" y="225"/>
                    <a:pt x="159" y="229"/>
                  </a:cubicBezTo>
                  <a:cubicBezTo>
                    <a:pt x="160" y="230"/>
                    <a:pt x="162" y="231"/>
                    <a:pt x="163" y="232"/>
                  </a:cubicBezTo>
                  <a:cubicBezTo>
                    <a:pt x="161" y="233"/>
                    <a:pt x="160" y="234"/>
                    <a:pt x="159" y="235"/>
                  </a:cubicBezTo>
                  <a:close/>
                  <a:moveTo>
                    <a:pt x="109" y="199"/>
                  </a:moveTo>
                  <a:cubicBezTo>
                    <a:pt x="101" y="195"/>
                    <a:pt x="91" y="194"/>
                    <a:pt x="82" y="197"/>
                  </a:cubicBezTo>
                  <a:cubicBezTo>
                    <a:pt x="73" y="200"/>
                    <a:pt x="66" y="206"/>
                    <a:pt x="61" y="214"/>
                  </a:cubicBezTo>
                  <a:cubicBezTo>
                    <a:pt x="57" y="223"/>
                    <a:pt x="56" y="232"/>
                    <a:pt x="59" y="241"/>
                  </a:cubicBezTo>
                  <a:cubicBezTo>
                    <a:pt x="62" y="250"/>
                    <a:pt x="68" y="258"/>
                    <a:pt x="76" y="262"/>
                  </a:cubicBezTo>
                  <a:cubicBezTo>
                    <a:pt x="81" y="265"/>
                    <a:pt x="87" y="266"/>
                    <a:pt x="93" y="266"/>
                  </a:cubicBezTo>
                  <a:cubicBezTo>
                    <a:pt x="96" y="266"/>
                    <a:pt x="100" y="266"/>
                    <a:pt x="103" y="265"/>
                  </a:cubicBezTo>
                  <a:cubicBezTo>
                    <a:pt x="112" y="262"/>
                    <a:pt x="120" y="256"/>
                    <a:pt x="124" y="247"/>
                  </a:cubicBezTo>
                  <a:cubicBezTo>
                    <a:pt x="129" y="239"/>
                    <a:pt x="129" y="229"/>
                    <a:pt x="127" y="220"/>
                  </a:cubicBezTo>
                  <a:cubicBezTo>
                    <a:pt x="124" y="211"/>
                    <a:pt x="118" y="204"/>
                    <a:pt x="109" y="199"/>
                  </a:cubicBezTo>
                  <a:close/>
                  <a:moveTo>
                    <a:pt x="105" y="237"/>
                  </a:moveTo>
                  <a:cubicBezTo>
                    <a:pt x="103" y="241"/>
                    <a:pt x="101" y="243"/>
                    <a:pt x="97" y="244"/>
                  </a:cubicBezTo>
                  <a:cubicBezTo>
                    <a:pt x="93" y="245"/>
                    <a:pt x="89" y="245"/>
                    <a:pt x="86" y="243"/>
                  </a:cubicBezTo>
                  <a:cubicBezTo>
                    <a:pt x="83" y="241"/>
                    <a:pt x="80" y="239"/>
                    <a:pt x="79" y="235"/>
                  </a:cubicBezTo>
                  <a:cubicBezTo>
                    <a:pt x="78" y="231"/>
                    <a:pt x="78" y="227"/>
                    <a:pt x="80" y="224"/>
                  </a:cubicBezTo>
                  <a:cubicBezTo>
                    <a:pt x="82" y="221"/>
                    <a:pt x="85" y="218"/>
                    <a:pt x="88" y="217"/>
                  </a:cubicBezTo>
                  <a:cubicBezTo>
                    <a:pt x="90" y="217"/>
                    <a:pt x="91" y="216"/>
                    <a:pt x="93" y="216"/>
                  </a:cubicBezTo>
                  <a:cubicBezTo>
                    <a:pt x="95" y="216"/>
                    <a:pt x="97" y="217"/>
                    <a:pt x="99" y="218"/>
                  </a:cubicBezTo>
                  <a:cubicBezTo>
                    <a:pt x="103" y="220"/>
                    <a:pt x="105" y="223"/>
                    <a:pt x="106" y="226"/>
                  </a:cubicBezTo>
                  <a:cubicBezTo>
                    <a:pt x="107" y="230"/>
                    <a:pt x="107" y="234"/>
                    <a:pt x="105" y="237"/>
                  </a:cubicBezTo>
                  <a:close/>
                  <a:moveTo>
                    <a:pt x="311" y="74"/>
                  </a:moveTo>
                  <a:cubicBezTo>
                    <a:pt x="309" y="72"/>
                    <a:pt x="307" y="70"/>
                    <a:pt x="306" y="69"/>
                  </a:cubicBezTo>
                  <a:cubicBezTo>
                    <a:pt x="306" y="67"/>
                    <a:pt x="307" y="64"/>
                    <a:pt x="308" y="62"/>
                  </a:cubicBezTo>
                  <a:cubicBezTo>
                    <a:pt x="310" y="55"/>
                    <a:pt x="313" y="46"/>
                    <a:pt x="307" y="38"/>
                  </a:cubicBezTo>
                  <a:cubicBezTo>
                    <a:pt x="302" y="31"/>
                    <a:pt x="292" y="30"/>
                    <a:pt x="285" y="30"/>
                  </a:cubicBezTo>
                  <a:cubicBezTo>
                    <a:pt x="283" y="30"/>
                    <a:pt x="280" y="30"/>
                    <a:pt x="278" y="29"/>
                  </a:cubicBezTo>
                  <a:cubicBezTo>
                    <a:pt x="277" y="28"/>
                    <a:pt x="276" y="25"/>
                    <a:pt x="276" y="23"/>
                  </a:cubicBezTo>
                  <a:cubicBezTo>
                    <a:pt x="273" y="16"/>
                    <a:pt x="270" y="7"/>
                    <a:pt x="261" y="4"/>
                  </a:cubicBezTo>
                  <a:cubicBezTo>
                    <a:pt x="252" y="1"/>
                    <a:pt x="244" y="6"/>
                    <a:pt x="238" y="10"/>
                  </a:cubicBezTo>
                  <a:cubicBezTo>
                    <a:pt x="237" y="12"/>
                    <a:pt x="234" y="13"/>
                    <a:pt x="232" y="14"/>
                  </a:cubicBezTo>
                  <a:cubicBezTo>
                    <a:pt x="231" y="13"/>
                    <a:pt x="229" y="12"/>
                    <a:pt x="227" y="10"/>
                  </a:cubicBezTo>
                  <a:cubicBezTo>
                    <a:pt x="221" y="6"/>
                    <a:pt x="213" y="0"/>
                    <a:pt x="204" y="3"/>
                  </a:cubicBezTo>
                  <a:cubicBezTo>
                    <a:pt x="195" y="6"/>
                    <a:pt x="191" y="16"/>
                    <a:pt x="189" y="22"/>
                  </a:cubicBezTo>
                  <a:cubicBezTo>
                    <a:pt x="188" y="24"/>
                    <a:pt x="187" y="27"/>
                    <a:pt x="186" y="28"/>
                  </a:cubicBezTo>
                  <a:cubicBezTo>
                    <a:pt x="185" y="29"/>
                    <a:pt x="182" y="29"/>
                    <a:pt x="180" y="29"/>
                  </a:cubicBezTo>
                  <a:cubicBezTo>
                    <a:pt x="172" y="29"/>
                    <a:pt x="163" y="29"/>
                    <a:pt x="157" y="36"/>
                  </a:cubicBezTo>
                  <a:cubicBezTo>
                    <a:pt x="151" y="44"/>
                    <a:pt x="154" y="53"/>
                    <a:pt x="156" y="60"/>
                  </a:cubicBezTo>
                  <a:cubicBezTo>
                    <a:pt x="156" y="62"/>
                    <a:pt x="157" y="65"/>
                    <a:pt x="157" y="67"/>
                  </a:cubicBezTo>
                  <a:cubicBezTo>
                    <a:pt x="156" y="68"/>
                    <a:pt x="154" y="70"/>
                    <a:pt x="152" y="71"/>
                  </a:cubicBezTo>
                  <a:cubicBezTo>
                    <a:pt x="147" y="75"/>
                    <a:pt x="139" y="81"/>
                    <a:pt x="139" y="91"/>
                  </a:cubicBezTo>
                  <a:cubicBezTo>
                    <a:pt x="138" y="100"/>
                    <a:pt x="146" y="106"/>
                    <a:pt x="152" y="110"/>
                  </a:cubicBezTo>
                  <a:cubicBezTo>
                    <a:pt x="153" y="112"/>
                    <a:pt x="156" y="114"/>
                    <a:pt x="157" y="115"/>
                  </a:cubicBezTo>
                  <a:cubicBezTo>
                    <a:pt x="157" y="116"/>
                    <a:pt x="156" y="120"/>
                    <a:pt x="155" y="122"/>
                  </a:cubicBezTo>
                  <a:cubicBezTo>
                    <a:pt x="153" y="129"/>
                    <a:pt x="150" y="138"/>
                    <a:pt x="156" y="146"/>
                  </a:cubicBezTo>
                  <a:cubicBezTo>
                    <a:pt x="161" y="153"/>
                    <a:pt x="171" y="154"/>
                    <a:pt x="178" y="154"/>
                  </a:cubicBezTo>
                  <a:cubicBezTo>
                    <a:pt x="180" y="154"/>
                    <a:pt x="183" y="154"/>
                    <a:pt x="185" y="155"/>
                  </a:cubicBezTo>
                  <a:cubicBezTo>
                    <a:pt x="185" y="156"/>
                    <a:pt x="186" y="159"/>
                    <a:pt x="187" y="161"/>
                  </a:cubicBezTo>
                  <a:cubicBezTo>
                    <a:pt x="189" y="168"/>
                    <a:pt x="192" y="177"/>
                    <a:pt x="201" y="180"/>
                  </a:cubicBezTo>
                  <a:cubicBezTo>
                    <a:pt x="210" y="183"/>
                    <a:pt x="218" y="178"/>
                    <a:pt x="224" y="174"/>
                  </a:cubicBezTo>
                  <a:cubicBezTo>
                    <a:pt x="226" y="172"/>
                    <a:pt x="229" y="171"/>
                    <a:pt x="230" y="170"/>
                  </a:cubicBezTo>
                  <a:cubicBezTo>
                    <a:pt x="232" y="171"/>
                    <a:pt x="234" y="172"/>
                    <a:pt x="236" y="174"/>
                  </a:cubicBezTo>
                  <a:cubicBezTo>
                    <a:pt x="240" y="177"/>
                    <a:pt x="247" y="181"/>
                    <a:pt x="254" y="181"/>
                  </a:cubicBezTo>
                  <a:cubicBezTo>
                    <a:pt x="255" y="181"/>
                    <a:pt x="257" y="181"/>
                    <a:pt x="259" y="181"/>
                  </a:cubicBezTo>
                  <a:cubicBezTo>
                    <a:pt x="268" y="178"/>
                    <a:pt x="271" y="168"/>
                    <a:pt x="274" y="162"/>
                  </a:cubicBezTo>
                  <a:cubicBezTo>
                    <a:pt x="275" y="160"/>
                    <a:pt x="276" y="157"/>
                    <a:pt x="276" y="156"/>
                  </a:cubicBezTo>
                  <a:cubicBezTo>
                    <a:pt x="278" y="155"/>
                    <a:pt x="281" y="155"/>
                    <a:pt x="283" y="155"/>
                  </a:cubicBezTo>
                  <a:cubicBezTo>
                    <a:pt x="290" y="155"/>
                    <a:pt x="300" y="155"/>
                    <a:pt x="306" y="148"/>
                  </a:cubicBezTo>
                  <a:cubicBezTo>
                    <a:pt x="311" y="140"/>
                    <a:pt x="309" y="131"/>
                    <a:pt x="307" y="124"/>
                  </a:cubicBezTo>
                  <a:cubicBezTo>
                    <a:pt x="306" y="122"/>
                    <a:pt x="305" y="119"/>
                    <a:pt x="305" y="117"/>
                  </a:cubicBezTo>
                  <a:cubicBezTo>
                    <a:pt x="306" y="116"/>
                    <a:pt x="309" y="114"/>
                    <a:pt x="310" y="113"/>
                  </a:cubicBezTo>
                  <a:cubicBezTo>
                    <a:pt x="316" y="109"/>
                    <a:pt x="324" y="103"/>
                    <a:pt x="324" y="93"/>
                  </a:cubicBezTo>
                  <a:cubicBezTo>
                    <a:pt x="324" y="84"/>
                    <a:pt x="317" y="78"/>
                    <a:pt x="311" y="74"/>
                  </a:cubicBezTo>
                  <a:close/>
                  <a:moveTo>
                    <a:pt x="298" y="96"/>
                  </a:moveTo>
                  <a:cubicBezTo>
                    <a:pt x="293" y="100"/>
                    <a:pt x="287" y="104"/>
                    <a:pt x="285" y="110"/>
                  </a:cubicBezTo>
                  <a:cubicBezTo>
                    <a:pt x="283" y="117"/>
                    <a:pt x="285" y="123"/>
                    <a:pt x="286" y="129"/>
                  </a:cubicBezTo>
                  <a:cubicBezTo>
                    <a:pt x="287" y="131"/>
                    <a:pt x="287" y="132"/>
                    <a:pt x="287" y="134"/>
                  </a:cubicBezTo>
                  <a:cubicBezTo>
                    <a:pt x="286" y="134"/>
                    <a:pt x="284" y="134"/>
                    <a:pt x="283" y="134"/>
                  </a:cubicBezTo>
                  <a:cubicBezTo>
                    <a:pt x="277" y="134"/>
                    <a:pt x="270" y="134"/>
                    <a:pt x="264" y="138"/>
                  </a:cubicBezTo>
                  <a:cubicBezTo>
                    <a:pt x="258" y="142"/>
                    <a:pt x="256" y="148"/>
                    <a:pt x="254" y="154"/>
                  </a:cubicBezTo>
                  <a:cubicBezTo>
                    <a:pt x="253" y="155"/>
                    <a:pt x="253" y="157"/>
                    <a:pt x="252" y="158"/>
                  </a:cubicBezTo>
                  <a:cubicBezTo>
                    <a:pt x="251" y="157"/>
                    <a:pt x="249" y="155"/>
                    <a:pt x="248" y="155"/>
                  </a:cubicBezTo>
                  <a:cubicBezTo>
                    <a:pt x="243" y="151"/>
                    <a:pt x="237" y="145"/>
                    <a:pt x="231" y="145"/>
                  </a:cubicBezTo>
                  <a:cubicBezTo>
                    <a:pt x="230" y="145"/>
                    <a:pt x="230" y="145"/>
                    <a:pt x="230" y="145"/>
                  </a:cubicBezTo>
                  <a:cubicBezTo>
                    <a:pt x="223" y="145"/>
                    <a:pt x="218" y="151"/>
                    <a:pt x="213" y="154"/>
                  </a:cubicBezTo>
                  <a:cubicBezTo>
                    <a:pt x="212" y="155"/>
                    <a:pt x="210" y="157"/>
                    <a:pt x="209" y="158"/>
                  </a:cubicBezTo>
                  <a:cubicBezTo>
                    <a:pt x="208" y="157"/>
                    <a:pt x="208" y="155"/>
                    <a:pt x="207" y="154"/>
                  </a:cubicBezTo>
                  <a:cubicBezTo>
                    <a:pt x="205" y="148"/>
                    <a:pt x="203" y="141"/>
                    <a:pt x="197" y="137"/>
                  </a:cubicBezTo>
                  <a:cubicBezTo>
                    <a:pt x="192" y="133"/>
                    <a:pt x="185" y="133"/>
                    <a:pt x="179" y="133"/>
                  </a:cubicBezTo>
                  <a:cubicBezTo>
                    <a:pt x="178" y="133"/>
                    <a:pt x="176" y="133"/>
                    <a:pt x="174" y="132"/>
                  </a:cubicBezTo>
                  <a:cubicBezTo>
                    <a:pt x="175" y="131"/>
                    <a:pt x="175" y="129"/>
                    <a:pt x="175" y="128"/>
                  </a:cubicBezTo>
                  <a:cubicBezTo>
                    <a:pt x="177" y="122"/>
                    <a:pt x="179" y="115"/>
                    <a:pt x="177" y="109"/>
                  </a:cubicBezTo>
                  <a:cubicBezTo>
                    <a:pt x="175" y="102"/>
                    <a:pt x="170" y="98"/>
                    <a:pt x="165" y="94"/>
                  </a:cubicBezTo>
                  <a:cubicBezTo>
                    <a:pt x="164" y="93"/>
                    <a:pt x="162" y="92"/>
                    <a:pt x="161" y="91"/>
                  </a:cubicBezTo>
                  <a:cubicBezTo>
                    <a:pt x="163" y="90"/>
                    <a:pt x="164" y="89"/>
                    <a:pt x="165" y="88"/>
                  </a:cubicBezTo>
                  <a:cubicBezTo>
                    <a:pt x="170" y="84"/>
                    <a:pt x="176" y="80"/>
                    <a:pt x="178" y="74"/>
                  </a:cubicBezTo>
                  <a:cubicBezTo>
                    <a:pt x="180" y="67"/>
                    <a:pt x="178" y="61"/>
                    <a:pt x="176" y="55"/>
                  </a:cubicBezTo>
                  <a:cubicBezTo>
                    <a:pt x="176" y="53"/>
                    <a:pt x="176" y="52"/>
                    <a:pt x="175" y="50"/>
                  </a:cubicBezTo>
                  <a:cubicBezTo>
                    <a:pt x="177" y="50"/>
                    <a:pt x="179" y="50"/>
                    <a:pt x="180" y="50"/>
                  </a:cubicBezTo>
                  <a:cubicBezTo>
                    <a:pt x="186" y="50"/>
                    <a:pt x="193" y="50"/>
                    <a:pt x="199" y="46"/>
                  </a:cubicBezTo>
                  <a:cubicBezTo>
                    <a:pt x="204" y="42"/>
                    <a:pt x="207" y="36"/>
                    <a:pt x="209" y="30"/>
                  </a:cubicBezTo>
                  <a:cubicBezTo>
                    <a:pt x="209" y="29"/>
                    <a:pt x="210" y="27"/>
                    <a:pt x="211" y="26"/>
                  </a:cubicBezTo>
                  <a:cubicBezTo>
                    <a:pt x="212" y="27"/>
                    <a:pt x="214" y="29"/>
                    <a:pt x="215" y="29"/>
                  </a:cubicBezTo>
                  <a:cubicBezTo>
                    <a:pt x="220" y="33"/>
                    <a:pt x="225" y="39"/>
                    <a:pt x="232" y="39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9" y="39"/>
                    <a:pt x="245" y="33"/>
                    <a:pt x="250" y="30"/>
                  </a:cubicBezTo>
                  <a:cubicBezTo>
                    <a:pt x="251" y="29"/>
                    <a:pt x="253" y="27"/>
                    <a:pt x="254" y="26"/>
                  </a:cubicBezTo>
                  <a:cubicBezTo>
                    <a:pt x="254" y="27"/>
                    <a:pt x="255" y="29"/>
                    <a:pt x="255" y="30"/>
                  </a:cubicBezTo>
                  <a:cubicBezTo>
                    <a:pt x="257" y="36"/>
                    <a:pt x="260" y="43"/>
                    <a:pt x="265" y="47"/>
                  </a:cubicBezTo>
                  <a:cubicBezTo>
                    <a:pt x="271" y="51"/>
                    <a:pt x="278" y="51"/>
                    <a:pt x="284" y="51"/>
                  </a:cubicBezTo>
                  <a:cubicBezTo>
                    <a:pt x="285" y="51"/>
                    <a:pt x="287" y="51"/>
                    <a:pt x="288" y="52"/>
                  </a:cubicBezTo>
                  <a:cubicBezTo>
                    <a:pt x="288" y="53"/>
                    <a:pt x="288" y="55"/>
                    <a:pt x="287" y="56"/>
                  </a:cubicBezTo>
                  <a:cubicBezTo>
                    <a:pt x="285" y="62"/>
                    <a:pt x="283" y="69"/>
                    <a:pt x="285" y="75"/>
                  </a:cubicBezTo>
                  <a:cubicBezTo>
                    <a:pt x="287" y="82"/>
                    <a:pt x="293" y="86"/>
                    <a:pt x="298" y="90"/>
                  </a:cubicBezTo>
                  <a:cubicBezTo>
                    <a:pt x="299" y="91"/>
                    <a:pt x="300" y="92"/>
                    <a:pt x="301" y="93"/>
                  </a:cubicBezTo>
                  <a:cubicBezTo>
                    <a:pt x="300" y="94"/>
                    <a:pt x="299" y="95"/>
                    <a:pt x="298" y="96"/>
                  </a:cubicBezTo>
                  <a:close/>
                  <a:moveTo>
                    <a:pt x="248" y="61"/>
                  </a:moveTo>
                  <a:cubicBezTo>
                    <a:pt x="239" y="56"/>
                    <a:pt x="230" y="55"/>
                    <a:pt x="221" y="58"/>
                  </a:cubicBezTo>
                  <a:cubicBezTo>
                    <a:pt x="212" y="61"/>
                    <a:pt x="204" y="67"/>
                    <a:pt x="200" y="75"/>
                  </a:cubicBezTo>
                  <a:cubicBezTo>
                    <a:pt x="195" y="84"/>
                    <a:pt x="195" y="93"/>
                    <a:pt x="197" y="103"/>
                  </a:cubicBezTo>
                  <a:cubicBezTo>
                    <a:pt x="200" y="112"/>
                    <a:pt x="206" y="119"/>
                    <a:pt x="215" y="123"/>
                  </a:cubicBezTo>
                  <a:cubicBezTo>
                    <a:pt x="220" y="126"/>
                    <a:pt x="226" y="128"/>
                    <a:pt x="231" y="128"/>
                  </a:cubicBezTo>
                  <a:cubicBezTo>
                    <a:pt x="235" y="128"/>
                    <a:pt x="238" y="127"/>
                    <a:pt x="242" y="126"/>
                  </a:cubicBezTo>
                  <a:cubicBezTo>
                    <a:pt x="251" y="123"/>
                    <a:pt x="258" y="117"/>
                    <a:pt x="263" y="109"/>
                  </a:cubicBezTo>
                  <a:cubicBezTo>
                    <a:pt x="267" y="100"/>
                    <a:pt x="268" y="91"/>
                    <a:pt x="265" y="81"/>
                  </a:cubicBezTo>
                  <a:cubicBezTo>
                    <a:pt x="262" y="72"/>
                    <a:pt x="256" y="65"/>
                    <a:pt x="248" y="61"/>
                  </a:cubicBezTo>
                  <a:close/>
                  <a:moveTo>
                    <a:pt x="244" y="99"/>
                  </a:moveTo>
                  <a:cubicBezTo>
                    <a:pt x="242" y="102"/>
                    <a:pt x="239" y="104"/>
                    <a:pt x="236" y="106"/>
                  </a:cubicBezTo>
                  <a:cubicBezTo>
                    <a:pt x="232" y="107"/>
                    <a:pt x="228" y="106"/>
                    <a:pt x="225" y="105"/>
                  </a:cubicBezTo>
                  <a:cubicBezTo>
                    <a:pt x="221" y="103"/>
                    <a:pt x="219" y="100"/>
                    <a:pt x="218" y="96"/>
                  </a:cubicBezTo>
                  <a:cubicBezTo>
                    <a:pt x="217" y="93"/>
                    <a:pt x="217" y="89"/>
                    <a:pt x="219" y="85"/>
                  </a:cubicBezTo>
                  <a:cubicBezTo>
                    <a:pt x="221" y="82"/>
                    <a:pt x="223" y="80"/>
                    <a:pt x="227" y="78"/>
                  </a:cubicBezTo>
                  <a:cubicBezTo>
                    <a:pt x="229" y="78"/>
                    <a:pt x="230" y="78"/>
                    <a:pt x="231" y="78"/>
                  </a:cubicBezTo>
                  <a:cubicBezTo>
                    <a:pt x="234" y="78"/>
                    <a:pt x="236" y="78"/>
                    <a:pt x="238" y="79"/>
                  </a:cubicBezTo>
                  <a:cubicBezTo>
                    <a:pt x="241" y="81"/>
                    <a:pt x="244" y="84"/>
                    <a:pt x="245" y="88"/>
                  </a:cubicBezTo>
                  <a:cubicBezTo>
                    <a:pt x="246" y="91"/>
                    <a:pt x="246" y="95"/>
                    <a:pt x="244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</p:grpSp>
      <p:grpSp>
        <p:nvGrpSpPr>
          <p:cNvPr id="121" name="General_Border_44">
            <a:extLst>
              <a:ext uri="{FF2B5EF4-FFF2-40B4-BE49-F238E27FC236}">
                <a16:creationId xmlns:a16="http://schemas.microsoft.com/office/drawing/2014/main" id="{BDAB8B8F-6A38-D3A5-43B3-C4173E30D0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04536" y="5666516"/>
            <a:ext cx="365760" cy="365760"/>
            <a:chOff x="3987" y="1509"/>
            <a:chExt cx="340" cy="340"/>
          </a:xfrm>
          <a:solidFill>
            <a:schemeClr val="tx2"/>
          </a:solidFill>
        </p:grpSpPr>
        <p:sp>
          <p:nvSpPr>
            <p:cNvPr id="122" name="Freeform 40">
              <a:extLst>
                <a:ext uri="{FF2B5EF4-FFF2-40B4-BE49-F238E27FC236}">
                  <a16:creationId xmlns:a16="http://schemas.microsoft.com/office/drawing/2014/main" id="{1C0324DD-F33F-EB1D-A9E7-98E9CEAADB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7" y="1509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  <p:sp>
          <p:nvSpPr>
            <p:cNvPr id="123" name="Freeform 41">
              <a:extLst>
                <a:ext uri="{FF2B5EF4-FFF2-40B4-BE49-F238E27FC236}">
                  <a16:creationId xmlns:a16="http://schemas.microsoft.com/office/drawing/2014/main" id="{0EFF1B13-5AE6-F2BE-FDC2-87E50345ED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3" y="1568"/>
              <a:ext cx="215" cy="214"/>
            </a:xfrm>
            <a:custGeom>
              <a:avLst/>
              <a:gdLst>
                <a:gd name="T0" fmla="*/ 168 w 324"/>
                <a:gd name="T1" fmla="*/ 177 h 322"/>
                <a:gd name="T2" fmla="*/ 123 w 324"/>
                <a:gd name="T3" fmla="*/ 143 h 322"/>
                <a:gd name="T4" fmla="*/ 65 w 324"/>
                <a:gd name="T5" fmla="*/ 142 h 322"/>
                <a:gd name="T6" fmla="*/ 18 w 324"/>
                <a:gd name="T7" fmla="*/ 175 h 322"/>
                <a:gd name="T8" fmla="*/ 0 w 324"/>
                <a:gd name="T9" fmla="*/ 229 h 322"/>
                <a:gd name="T10" fmla="*/ 17 w 324"/>
                <a:gd name="T11" fmla="*/ 284 h 322"/>
                <a:gd name="T12" fmla="*/ 63 w 324"/>
                <a:gd name="T13" fmla="*/ 319 h 322"/>
                <a:gd name="T14" fmla="*/ 115 w 324"/>
                <a:gd name="T15" fmla="*/ 320 h 322"/>
                <a:gd name="T16" fmla="*/ 145 w 324"/>
                <a:gd name="T17" fmla="*/ 294 h 322"/>
                <a:gd name="T18" fmla="*/ 172 w 324"/>
                <a:gd name="T19" fmla="*/ 252 h 322"/>
                <a:gd name="T20" fmla="*/ 146 w 324"/>
                <a:gd name="T21" fmla="*/ 249 h 322"/>
                <a:gd name="T22" fmla="*/ 125 w 324"/>
                <a:gd name="T23" fmla="*/ 277 h 322"/>
                <a:gd name="T24" fmla="*/ 92 w 324"/>
                <a:gd name="T25" fmla="*/ 284 h 322"/>
                <a:gd name="T26" fmla="*/ 69 w 324"/>
                <a:gd name="T27" fmla="*/ 293 h 322"/>
                <a:gd name="T28" fmla="*/ 37 w 324"/>
                <a:gd name="T29" fmla="*/ 267 h 322"/>
                <a:gd name="T30" fmla="*/ 26 w 324"/>
                <a:gd name="T31" fmla="*/ 227 h 322"/>
                <a:gd name="T32" fmla="*/ 41 w 324"/>
                <a:gd name="T33" fmla="*/ 189 h 322"/>
                <a:gd name="T34" fmla="*/ 76 w 324"/>
                <a:gd name="T35" fmla="*/ 168 h 322"/>
                <a:gd name="T36" fmla="*/ 115 w 324"/>
                <a:gd name="T37" fmla="*/ 164 h 322"/>
                <a:gd name="T38" fmla="*/ 150 w 324"/>
                <a:gd name="T39" fmla="*/ 190 h 322"/>
                <a:gd name="T40" fmla="*/ 163 w 324"/>
                <a:gd name="T41" fmla="*/ 232 h 322"/>
                <a:gd name="T42" fmla="*/ 61 w 324"/>
                <a:gd name="T43" fmla="*/ 214 h 322"/>
                <a:gd name="T44" fmla="*/ 103 w 324"/>
                <a:gd name="T45" fmla="*/ 265 h 322"/>
                <a:gd name="T46" fmla="*/ 105 w 324"/>
                <a:gd name="T47" fmla="*/ 237 h 322"/>
                <a:gd name="T48" fmla="*/ 80 w 324"/>
                <a:gd name="T49" fmla="*/ 224 h 322"/>
                <a:gd name="T50" fmla="*/ 106 w 324"/>
                <a:gd name="T51" fmla="*/ 226 h 322"/>
                <a:gd name="T52" fmla="*/ 308 w 324"/>
                <a:gd name="T53" fmla="*/ 62 h 322"/>
                <a:gd name="T54" fmla="*/ 276 w 324"/>
                <a:gd name="T55" fmla="*/ 23 h 322"/>
                <a:gd name="T56" fmla="*/ 227 w 324"/>
                <a:gd name="T57" fmla="*/ 10 h 322"/>
                <a:gd name="T58" fmla="*/ 180 w 324"/>
                <a:gd name="T59" fmla="*/ 29 h 322"/>
                <a:gd name="T60" fmla="*/ 152 w 324"/>
                <a:gd name="T61" fmla="*/ 71 h 322"/>
                <a:gd name="T62" fmla="*/ 155 w 324"/>
                <a:gd name="T63" fmla="*/ 122 h 322"/>
                <a:gd name="T64" fmla="*/ 187 w 324"/>
                <a:gd name="T65" fmla="*/ 161 h 322"/>
                <a:gd name="T66" fmla="*/ 236 w 324"/>
                <a:gd name="T67" fmla="*/ 174 h 322"/>
                <a:gd name="T68" fmla="*/ 276 w 324"/>
                <a:gd name="T69" fmla="*/ 156 h 322"/>
                <a:gd name="T70" fmla="*/ 305 w 324"/>
                <a:gd name="T71" fmla="*/ 117 h 322"/>
                <a:gd name="T72" fmla="*/ 298 w 324"/>
                <a:gd name="T73" fmla="*/ 96 h 322"/>
                <a:gd name="T74" fmla="*/ 283 w 324"/>
                <a:gd name="T75" fmla="*/ 134 h 322"/>
                <a:gd name="T76" fmla="*/ 248 w 324"/>
                <a:gd name="T77" fmla="*/ 155 h 322"/>
                <a:gd name="T78" fmla="*/ 209 w 324"/>
                <a:gd name="T79" fmla="*/ 158 h 322"/>
                <a:gd name="T80" fmla="*/ 174 w 324"/>
                <a:gd name="T81" fmla="*/ 132 h 322"/>
                <a:gd name="T82" fmla="*/ 161 w 324"/>
                <a:gd name="T83" fmla="*/ 91 h 322"/>
                <a:gd name="T84" fmla="*/ 175 w 324"/>
                <a:gd name="T85" fmla="*/ 50 h 322"/>
                <a:gd name="T86" fmla="*/ 211 w 324"/>
                <a:gd name="T87" fmla="*/ 26 h 322"/>
                <a:gd name="T88" fmla="*/ 250 w 324"/>
                <a:gd name="T89" fmla="*/ 30 h 322"/>
                <a:gd name="T90" fmla="*/ 284 w 324"/>
                <a:gd name="T91" fmla="*/ 51 h 322"/>
                <a:gd name="T92" fmla="*/ 298 w 324"/>
                <a:gd name="T93" fmla="*/ 90 h 322"/>
                <a:gd name="T94" fmla="*/ 221 w 324"/>
                <a:gd name="T95" fmla="*/ 58 h 322"/>
                <a:gd name="T96" fmla="*/ 231 w 324"/>
                <a:gd name="T97" fmla="*/ 128 h 322"/>
                <a:gd name="T98" fmla="*/ 248 w 324"/>
                <a:gd name="T99" fmla="*/ 61 h 322"/>
                <a:gd name="T100" fmla="*/ 218 w 324"/>
                <a:gd name="T101" fmla="*/ 96 h 322"/>
                <a:gd name="T102" fmla="*/ 238 w 324"/>
                <a:gd name="T103" fmla="*/ 7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4" h="322">
                  <a:moveTo>
                    <a:pt x="172" y="212"/>
                  </a:moveTo>
                  <a:cubicBezTo>
                    <a:pt x="171" y="211"/>
                    <a:pt x="168" y="209"/>
                    <a:pt x="167" y="208"/>
                  </a:cubicBezTo>
                  <a:cubicBezTo>
                    <a:pt x="167" y="206"/>
                    <a:pt x="168" y="203"/>
                    <a:pt x="169" y="201"/>
                  </a:cubicBezTo>
                  <a:cubicBezTo>
                    <a:pt x="171" y="194"/>
                    <a:pt x="174" y="185"/>
                    <a:pt x="168" y="177"/>
                  </a:cubicBezTo>
                  <a:cubicBezTo>
                    <a:pt x="163" y="169"/>
                    <a:pt x="153" y="169"/>
                    <a:pt x="146" y="169"/>
                  </a:cubicBezTo>
                  <a:cubicBezTo>
                    <a:pt x="144" y="169"/>
                    <a:pt x="141" y="168"/>
                    <a:pt x="139" y="168"/>
                  </a:cubicBezTo>
                  <a:cubicBezTo>
                    <a:pt x="139" y="167"/>
                    <a:pt x="138" y="164"/>
                    <a:pt x="137" y="162"/>
                  </a:cubicBezTo>
                  <a:cubicBezTo>
                    <a:pt x="135" y="155"/>
                    <a:pt x="132" y="146"/>
                    <a:pt x="123" y="143"/>
                  </a:cubicBezTo>
                  <a:cubicBezTo>
                    <a:pt x="114" y="140"/>
                    <a:pt x="105" y="145"/>
                    <a:pt x="100" y="149"/>
                  </a:cubicBezTo>
                  <a:cubicBezTo>
                    <a:pt x="98" y="150"/>
                    <a:pt x="95" y="152"/>
                    <a:pt x="94" y="153"/>
                  </a:cubicBezTo>
                  <a:cubicBezTo>
                    <a:pt x="92" y="152"/>
                    <a:pt x="90" y="150"/>
                    <a:pt x="88" y="149"/>
                  </a:cubicBezTo>
                  <a:cubicBezTo>
                    <a:pt x="83" y="145"/>
                    <a:pt x="74" y="139"/>
                    <a:pt x="65" y="142"/>
                  </a:cubicBezTo>
                  <a:cubicBezTo>
                    <a:pt x="56" y="145"/>
                    <a:pt x="53" y="154"/>
                    <a:pt x="50" y="161"/>
                  </a:cubicBezTo>
                  <a:cubicBezTo>
                    <a:pt x="49" y="163"/>
                    <a:pt x="48" y="166"/>
                    <a:pt x="48" y="167"/>
                  </a:cubicBezTo>
                  <a:cubicBezTo>
                    <a:pt x="46" y="167"/>
                    <a:pt x="43" y="167"/>
                    <a:pt x="41" y="167"/>
                  </a:cubicBezTo>
                  <a:cubicBezTo>
                    <a:pt x="34" y="167"/>
                    <a:pt x="24" y="168"/>
                    <a:pt x="18" y="175"/>
                  </a:cubicBezTo>
                  <a:cubicBezTo>
                    <a:pt x="13" y="183"/>
                    <a:pt x="15" y="192"/>
                    <a:pt x="17" y="199"/>
                  </a:cubicBezTo>
                  <a:cubicBezTo>
                    <a:pt x="18" y="201"/>
                    <a:pt x="19" y="204"/>
                    <a:pt x="19" y="206"/>
                  </a:cubicBezTo>
                  <a:cubicBezTo>
                    <a:pt x="18" y="207"/>
                    <a:pt x="15" y="209"/>
                    <a:pt x="14" y="210"/>
                  </a:cubicBezTo>
                  <a:cubicBezTo>
                    <a:pt x="8" y="214"/>
                    <a:pt x="0" y="220"/>
                    <a:pt x="0" y="229"/>
                  </a:cubicBezTo>
                  <a:cubicBezTo>
                    <a:pt x="0" y="239"/>
                    <a:pt x="7" y="245"/>
                    <a:pt x="13" y="249"/>
                  </a:cubicBezTo>
                  <a:cubicBezTo>
                    <a:pt x="15" y="251"/>
                    <a:pt x="18" y="253"/>
                    <a:pt x="18" y="253"/>
                  </a:cubicBezTo>
                  <a:cubicBezTo>
                    <a:pt x="18" y="255"/>
                    <a:pt x="17" y="258"/>
                    <a:pt x="16" y="261"/>
                  </a:cubicBezTo>
                  <a:cubicBezTo>
                    <a:pt x="14" y="268"/>
                    <a:pt x="11" y="277"/>
                    <a:pt x="17" y="284"/>
                  </a:cubicBezTo>
                  <a:cubicBezTo>
                    <a:pt x="22" y="292"/>
                    <a:pt x="32" y="292"/>
                    <a:pt x="39" y="293"/>
                  </a:cubicBezTo>
                  <a:cubicBezTo>
                    <a:pt x="41" y="293"/>
                    <a:pt x="44" y="293"/>
                    <a:pt x="46" y="293"/>
                  </a:cubicBezTo>
                  <a:cubicBezTo>
                    <a:pt x="47" y="295"/>
                    <a:pt x="48" y="298"/>
                    <a:pt x="48" y="299"/>
                  </a:cubicBezTo>
                  <a:cubicBezTo>
                    <a:pt x="51" y="306"/>
                    <a:pt x="54" y="315"/>
                    <a:pt x="63" y="319"/>
                  </a:cubicBezTo>
                  <a:cubicBezTo>
                    <a:pt x="72" y="322"/>
                    <a:pt x="80" y="316"/>
                    <a:pt x="86" y="312"/>
                  </a:cubicBezTo>
                  <a:cubicBezTo>
                    <a:pt x="87" y="311"/>
                    <a:pt x="90" y="309"/>
                    <a:pt x="92" y="309"/>
                  </a:cubicBezTo>
                  <a:cubicBezTo>
                    <a:pt x="93" y="309"/>
                    <a:pt x="95" y="311"/>
                    <a:pt x="97" y="312"/>
                  </a:cubicBezTo>
                  <a:cubicBezTo>
                    <a:pt x="102" y="316"/>
                    <a:pt x="108" y="320"/>
                    <a:pt x="115" y="320"/>
                  </a:cubicBezTo>
                  <a:cubicBezTo>
                    <a:pt x="117" y="320"/>
                    <a:pt x="118" y="320"/>
                    <a:pt x="120" y="319"/>
                  </a:cubicBezTo>
                  <a:cubicBezTo>
                    <a:pt x="129" y="316"/>
                    <a:pt x="133" y="307"/>
                    <a:pt x="135" y="300"/>
                  </a:cubicBezTo>
                  <a:cubicBezTo>
                    <a:pt x="136" y="298"/>
                    <a:pt x="137" y="296"/>
                    <a:pt x="138" y="294"/>
                  </a:cubicBezTo>
                  <a:cubicBezTo>
                    <a:pt x="139" y="294"/>
                    <a:pt x="142" y="294"/>
                    <a:pt x="145" y="294"/>
                  </a:cubicBezTo>
                  <a:cubicBezTo>
                    <a:pt x="152" y="294"/>
                    <a:pt x="161" y="294"/>
                    <a:pt x="167" y="286"/>
                  </a:cubicBezTo>
                  <a:cubicBezTo>
                    <a:pt x="173" y="279"/>
                    <a:pt x="170" y="269"/>
                    <a:pt x="168" y="262"/>
                  </a:cubicBezTo>
                  <a:cubicBezTo>
                    <a:pt x="168" y="260"/>
                    <a:pt x="167" y="257"/>
                    <a:pt x="167" y="256"/>
                  </a:cubicBezTo>
                  <a:cubicBezTo>
                    <a:pt x="168" y="255"/>
                    <a:pt x="170" y="253"/>
                    <a:pt x="172" y="252"/>
                  </a:cubicBezTo>
                  <a:cubicBezTo>
                    <a:pt x="177" y="247"/>
                    <a:pt x="185" y="242"/>
                    <a:pt x="185" y="232"/>
                  </a:cubicBezTo>
                  <a:cubicBezTo>
                    <a:pt x="186" y="223"/>
                    <a:pt x="178" y="217"/>
                    <a:pt x="172" y="212"/>
                  </a:cubicBezTo>
                  <a:close/>
                  <a:moveTo>
                    <a:pt x="159" y="235"/>
                  </a:moveTo>
                  <a:cubicBezTo>
                    <a:pt x="154" y="238"/>
                    <a:pt x="148" y="242"/>
                    <a:pt x="146" y="249"/>
                  </a:cubicBezTo>
                  <a:cubicBezTo>
                    <a:pt x="144" y="255"/>
                    <a:pt x="146" y="262"/>
                    <a:pt x="148" y="268"/>
                  </a:cubicBezTo>
                  <a:cubicBezTo>
                    <a:pt x="148" y="269"/>
                    <a:pt x="148" y="271"/>
                    <a:pt x="149" y="272"/>
                  </a:cubicBezTo>
                  <a:cubicBezTo>
                    <a:pt x="147" y="273"/>
                    <a:pt x="145" y="273"/>
                    <a:pt x="144" y="273"/>
                  </a:cubicBezTo>
                  <a:cubicBezTo>
                    <a:pt x="138" y="273"/>
                    <a:pt x="131" y="273"/>
                    <a:pt x="125" y="277"/>
                  </a:cubicBezTo>
                  <a:cubicBezTo>
                    <a:pt x="120" y="281"/>
                    <a:pt x="117" y="287"/>
                    <a:pt x="115" y="293"/>
                  </a:cubicBezTo>
                  <a:cubicBezTo>
                    <a:pt x="115" y="294"/>
                    <a:pt x="114" y="295"/>
                    <a:pt x="113" y="297"/>
                  </a:cubicBezTo>
                  <a:cubicBezTo>
                    <a:pt x="112" y="296"/>
                    <a:pt x="110" y="294"/>
                    <a:pt x="109" y="293"/>
                  </a:cubicBezTo>
                  <a:cubicBezTo>
                    <a:pt x="104" y="290"/>
                    <a:pt x="99" y="284"/>
                    <a:pt x="92" y="284"/>
                  </a:cubicBezTo>
                  <a:cubicBezTo>
                    <a:pt x="92" y="284"/>
                    <a:pt x="92" y="284"/>
                    <a:pt x="92" y="284"/>
                  </a:cubicBezTo>
                  <a:cubicBezTo>
                    <a:pt x="85" y="284"/>
                    <a:pt x="79" y="289"/>
                    <a:pt x="74" y="293"/>
                  </a:cubicBezTo>
                  <a:cubicBezTo>
                    <a:pt x="73" y="294"/>
                    <a:pt x="71" y="296"/>
                    <a:pt x="70" y="297"/>
                  </a:cubicBezTo>
                  <a:cubicBezTo>
                    <a:pt x="70" y="296"/>
                    <a:pt x="69" y="294"/>
                    <a:pt x="69" y="293"/>
                  </a:cubicBezTo>
                  <a:cubicBezTo>
                    <a:pt x="67" y="287"/>
                    <a:pt x="64" y="280"/>
                    <a:pt x="59" y="276"/>
                  </a:cubicBezTo>
                  <a:cubicBezTo>
                    <a:pt x="53" y="272"/>
                    <a:pt x="46" y="272"/>
                    <a:pt x="40" y="271"/>
                  </a:cubicBezTo>
                  <a:cubicBezTo>
                    <a:pt x="39" y="271"/>
                    <a:pt x="37" y="271"/>
                    <a:pt x="36" y="271"/>
                  </a:cubicBezTo>
                  <a:cubicBezTo>
                    <a:pt x="36" y="270"/>
                    <a:pt x="36" y="268"/>
                    <a:pt x="37" y="267"/>
                  </a:cubicBezTo>
                  <a:cubicBezTo>
                    <a:pt x="39" y="261"/>
                    <a:pt x="41" y="254"/>
                    <a:pt x="39" y="247"/>
                  </a:cubicBezTo>
                  <a:cubicBezTo>
                    <a:pt x="37" y="241"/>
                    <a:pt x="31" y="236"/>
                    <a:pt x="26" y="232"/>
                  </a:cubicBezTo>
                  <a:cubicBezTo>
                    <a:pt x="25" y="232"/>
                    <a:pt x="24" y="231"/>
                    <a:pt x="23" y="230"/>
                  </a:cubicBezTo>
                  <a:cubicBezTo>
                    <a:pt x="24" y="229"/>
                    <a:pt x="25" y="228"/>
                    <a:pt x="26" y="227"/>
                  </a:cubicBezTo>
                  <a:cubicBezTo>
                    <a:pt x="31" y="223"/>
                    <a:pt x="37" y="219"/>
                    <a:pt x="39" y="213"/>
                  </a:cubicBezTo>
                  <a:cubicBezTo>
                    <a:pt x="41" y="206"/>
                    <a:pt x="39" y="199"/>
                    <a:pt x="38" y="193"/>
                  </a:cubicBezTo>
                  <a:cubicBezTo>
                    <a:pt x="37" y="192"/>
                    <a:pt x="37" y="190"/>
                    <a:pt x="37" y="189"/>
                  </a:cubicBezTo>
                  <a:cubicBezTo>
                    <a:pt x="38" y="189"/>
                    <a:pt x="40" y="189"/>
                    <a:pt x="41" y="189"/>
                  </a:cubicBezTo>
                  <a:cubicBezTo>
                    <a:pt x="47" y="189"/>
                    <a:pt x="54" y="189"/>
                    <a:pt x="60" y="185"/>
                  </a:cubicBezTo>
                  <a:cubicBezTo>
                    <a:pt x="66" y="181"/>
                    <a:pt x="68" y="174"/>
                    <a:pt x="70" y="169"/>
                  </a:cubicBezTo>
                  <a:cubicBezTo>
                    <a:pt x="71" y="167"/>
                    <a:pt x="71" y="166"/>
                    <a:pt x="72" y="164"/>
                  </a:cubicBezTo>
                  <a:cubicBezTo>
                    <a:pt x="73" y="165"/>
                    <a:pt x="75" y="167"/>
                    <a:pt x="76" y="168"/>
                  </a:cubicBezTo>
                  <a:cubicBezTo>
                    <a:pt x="81" y="172"/>
                    <a:pt x="87" y="177"/>
                    <a:pt x="93" y="177"/>
                  </a:cubicBezTo>
                  <a:cubicBezTo>
                    <a:pt x="94" y="177"/>
                    <a:pt x="94" y="177"/>
                    <a:pt x="94" y="177"/>
                  </a:cubicBezTo>
                  <a:cubicBezTo>
                    <a:pt x="101" y="177"/>
                    <a:pt x="106" y="172"/>
                    <a:pt x="111" y="168"/>
                  </a:cubicBezTo>
                  <a:cubicBezTo>
                    <a:pt x="112" y="168"/>
                    <a:pt x="114" y="165"/>
                    <a:pt x="115" y="164"/>
                  </a:cubicBezTo>
                  <a:cubicBezTo>
                    <a:pt x="116" y="166"/>
                    <a:pt x="116" y="168"/>
                    <a:pt x="117" y="169"/>
                  </a:cubicBezTo>
                  <a:cubicBezTo>
                    <a:pt x="119" y="175"/>
                    <a:pt x="121" y="181"/>
                    <a:pt x="127" y="185"/>
                  </a:cubicBezTo>
                  <a:cubicBezTo>
                    <a:pt x="132" y="189"/>
                    <a:pt x="139" y="190"/>
                    <a:pt x="145" y="190"/>
                  </a:cubicBezTo>
                  <a:cubicBezTo>
                    <a:pt x="146" y="190"/>
                    <a:pt x="148" y="190"/>
                    <a:pt x="150" y="190"/>
                  </a:cubicBezTo>
                  <a:cubicBezTo>
                    <a:pt x="149" y="192"/>
                    <a:pt x="149" y="193"/>
                    <a:pt x="149" y="194"/>
                  </a:cubicBezTo>
                  <a:cubicBezTo>
                    <a:pt x="147" y="200"/>
                    <a:pt x="145" y="207"/>
                    <a:pt x="147" y="214"/>
                  </a:cubicBezTo>
                  <a:cubicBezTo>
                    <a:pt x="149" y="221"/>
                    <a:pt x="154" y="225"/>
                    <a:pt x="159" y="229"/>
                  </a:cubicBezTo>
                  <a:cubicBezTo>
                    <a:pt x="160" y="230"/>
                    <a:pt x="162" y="231"/>
                    <a:pt x="163" y="232"/>
                  </a:cubicBezTo>
                  <a:cubicBezTo>
                    <a:pt x="161" y="233"/>
                    <a:pt x="160" y="234"/>
                    <a:pt x="159" y="235"/>
                  </a:cubicBezTo>
                  <a:close/>
                  <a:moveTo>
                    <a:pt x="109" y="199"/>
                  </a:moveTo>
                  <a:cubicBezTo>
                    <a:pt x="101" y="195"/>
                    <a:pt x="91" y="194"/>
                    <a:pt x="82" y="197"/>
                  </a:cubicBezTo>
                  <a:cubicBezTo>
                    <a:pt x="73" y="200"/>
                    <a:pt x="66" y="206"/>
                    <a:pt x="61" y="214"/>
                  </a:cubicBezTo>
                  <a:cubicBezTo>
                    <a:pt x="57" y="223"/>
                    <a:pt x="56" y="232"/>
                    <a:pt x="59" y="241"/>
                  </a:cubicBezTo>
                  <a:cubicBezTo>
                    <a:pt x="62" y="250"/>
                    <a:pt x="68" y="258"/>
                    <a:pt x="76" y="262"/>
                  </a:cubicBezTo>
                  <a:cubicBezTo>
                    <a:pt x="81" y="265"/>
                    <a:pt x="87" y="266"/>
                    <a:pt x="93" y="266"/>
                  </a:cubicBezTo>
                  <a:cubicBezTo>
                    <a:pt x="96" y="266"/>
                    <a:pt x="100" y="266"/>
                    <a:pt x="103" y="265"/>
                  </a:cubicBezTo>
                  <a:cubicBezTo>
                    <a:pt x="112" y="262"/>
                    <a:pt x="120" y="256"/>
                    <a:pt x="124" y="247"/>
                  </a:cubicBezTo>
                  <a:cubicBezTo>
                    <a:pt x="129" y="239"/>
                    <a:pt x="129" y="229"/>
                    <a:pt x="127" y="220"/>
                  </a:cubicBezTo>
                  <a:cubicBezTo>
                    <a:pt x="124" y="211"/>
                    <a:pt x="118" y="204"/>
                    <a:pt x="109" y="199"/>
                  </a:cubicBezTo>
                  <a:close/>
                  <a:moveTo>
                    <a:pt x="105" y="237"/>
                  </a:moveTo>
                  <a:cubicBezTo>
                    <a:pt x="103" y="241"/>
                    <a:pt x="101" y="243"/>
                    <a:pt x="97" y="244"/>
                  </a:cubicBezTo>
                  <a:cubicBezTo>
                    <a:pt x="93" y="245"/>
                    <a:pt x="89" y="245"/>
                    <a:pt x="86" y="243"/>
                  </a:cubicBezTo>
                  <a:cubicBezTo>
                    <a:pt x="83" y="241"/>
                    <a:pt x="80" y="239"/>
                    <a:pt x="79" y="235"/>
                  </a:cubicBezTo>
                  <a:cubicBezTo>
                    <a:pt x="78" y="231"/>
                    <a:pt x="78" y="227"/>
                    <a:pt x="80" y="224"/>
                  </a:cubicBezTo>
                  <a:cubicBezTo>
                    <a:pt x="82" y="221"/>
                    <a:pt x="85" y="218"/>
                    <a:pt x="88" y="217"/>
                  </a:cubicBezTo>
                  <a:cubicBezTo>
                    <a:pt x="90" y="217"/>
                    <a:pt x="91" y="216"/>
                    <a:pt x="93" y="216"/>
                  </a:cubicBezTo>
                  <a:cubicBezTo>
                    <a:pt x="95" y="216"/>
                    <a:pt x="97" y="217"/>
                    <a:pt x="99" y="218"/>
                  </a:cubicBezTo>
                  <a:cubicBezTo>
                    <a:pt x="103" y="220"/>
                    <a:pt x="105" y="223"/>
                    <a:pt x="106" y="226"/>
                  </a:cubicBezTo>
                  <a:cubicBezTo>
                    <a:pt x="107" y="230"/>
                    <a:pt x="107" y="234"/>
                    <a:pt x="105" y="237"/>
                  </a:cubicBezTo>
                  <a:close/>
                  <a:moveTo>
                    <a:pt x="311" y="74"/>
                  </a:moveTo>
                  <a:cubicBezTo>
                    <a:pt x="309" y="72"/>
                    <a:pt x="307" y="70"/>
                    <a:pt x="306" y="69"/>
                  </a:cubicBezTo>
                  <a:cubicBezTo>
                    <a:pt x="306" y="67"/>
                    <a:pt x="307" y="64"/>
                    <a:pt x="308" y="62"/>
                  </a:cubicBezTo>
                  <a:cubicBezTo>
                    <a:pt x="310" y="55"/>
                    <a:pt x="313" y="46"/>
                    <a:pt x="307" y="38"/>
                  </a:cubicBezTo>
                  <a:cubicBezTo>
                    <a:pt x="302" y="31"/>
                    <a:pt x="292" y="30"/>
                    <a:pt x="285" y="30"/>
                  </a:cubicBezTo>
                  <a:cubicBezTo>
                    <a:pt x="283" y="30"/>
                    <a:pt x="280" y="30"/>
                    <a:pt x="278" y="29"/>
                  </a:cubicBezTo>
                  <a:cubicBezTo>
                    <a:pt x="277" y="28"/>
                    <a:pt x="276" y="25"/>
                    <a:pt x="276" y="23"/>
                  </a:cubicBezTo>
                  <a:cubicBezTo>
                    <a:pt x="273" y="16"/>
                    <a:pt x="270" y="7"/>
                    <a:pt x="261" y="4"/>
                  </a:cubicBezTo>
                  <a:cubicBezTo>
                    <a:pt x="252" y="1"/>
                    <a:pt x="244" y="6"/>
                    <a:pt x="238" y="10"/>
                  </a:cubicBezTo>
                  <a:cubicBezTo>
                    <a:pt x="237" y="12"/>
                    <a:pt x="234" y="13"/>
                    <a:pt x="232" y="14"/>
                  </a:cubicBezTo>
                  <a:cubicBezTo>
                    <a:pt x="231" y="13"/>
                    <a:pt x="229" y="12"/>
                    <a:pt x="227" y="10"/>
                  </a:cubicBezTo>
                  <a:cubicBezTo>
                    <a:pt x="221" y="6"/>
                    <a:pt x="213" y="0"/>
                    <a:pt x="204" y="3"/>
                  </a:cubicBezTo>
                  <a:cubicBezTo>
                    <a:pt x="195" y="6"/>
                    <a:pt x="191" y="16"/>
                    <a:pt x="189" y="22"/>
                  </a:cubicBezTo>
                  <a:cubicBezTo>
                    <a:pt x="188" y="24"/>
                    <a:pt x="187" y="27"/>
                    <a:pt x="186" y="28"/>
                  </a:cubicBezTo>
                  <a:cubicBezTo>
                    <a:pt x="185" y="29"/>
                    <a:pt x="182" y="29"/>
                    <a:pt x="180" y="29"/>
                  </a:cubicBezTo>
                  <a:cubicBezTo>
                    <a:pt x="172" y="29"/>
                    <a:pt x="163" y="29"/>
                    <a:pt x="157" y="36"/>
                  </a:cubicBezTo>
                  <a:cubicBezTo>
                    <a:pt x="151" y="44"/>
                    <a:pt x="154" y="53"/>
                    <a:pt x="156" y="60"/>
                  </a:cubicBezTo>
                  <a:cubicBezTo>
                    <a:pt x="156" y="62"/>
                    <a:pt x="157" y="65"/>
                    <a:pt x="157" y="67"/>
                  </a:cubicBezTo>
                  <a:cubicBezTo>
                    <a:pt x="156" y="68"/>
                    <a:pt x="154" y="70"/>
                    <a:pt x="152" y="71"/>
                  </a:cubicBezTo>
                  <a:cubicBezTo>
                    <a:pt x="147" y="75"/>
                    <a:pt x="139" y="81"/>
                    <a:pt x="139" y="91"/>
                  </a:cubicBezTo>
                  <a:cubicBezTo>
                    <a:pt x="138" y="100"/>
                    <a:pt x="146" y="106"/>
                    <a:pt x="152" y="110"/>
                  </a:cubicBezTo>
                  <a:cubicBezTo>
                    <a:pt x="153" y="112"/>
                    <a:pt x="156" y="114"/>
                    <a:pt x="157" y="115"/>
                  </a:cubicBezTo>
                  <a:cubicBezTo>
                    <a:pt x="157" y="116"/>
                    <a:pt x="156" y="120"/>
                    <a:pt x="155" y="122"/>
                  </a:cubicBezTo>
                  <a:cubicBezTo>
                    <a:pt x="153" y="129"/>
                    <a:pt x="150" y="138"/>
                    <a:pt x="156" y="146"/>
                  </a:cubicBezTo>
                  <a:cubicBezTo>
                    <a:pt x="161" y="153"/>
                    <a:pt x="171" y="154"/>
                    <a:pt x="178" y="154"/>
                  </a:cubicBezTo>
                  <a:cubicBezTo>
                    <a:pt x="180" y="154"/>
                    <a:pt x="183" y="154"/>
                    <a:pt x="185" y="155"/>
                  </a:cubicBezTo>
                  <a:cubicBezTo>
                    <a:pt x="185" y="156"/>
                    <a:pt x="186" y="159"/>
                    <a:pt x="187" y="161"/>
                  </a:cubicBezTo>
                  <a:cubicBezTo>
                    <a:pt x="189" y="168"/>
                    <a:pt x="192" y="177"/>
                    <a:pt x="201" y="180"/>
                  </a:cubicBezTo>
                  <a:cubicBezTo>
                    <a:pt x="210" y="183"/>
                    <a:pt x="218" y="178"/>
                    <a:pt x="224" y="174"/>
                  </a:cubicBezTo>
                  <a:cubicBezTo>
                    <a:pt x="226" y="172"/>
                    <a:pt x="229" y="171"/>
                    <a:pt x="230" y="170"/>
                  </a:cubicBezTo>
                  <a:cubicBezTo>
                    <a:pt x="232" y="171"/>
                    <a:pt x="234" y="172"/>
                    <a:pt x="236" y="174"/>
                  </a:cubicBezTo>
                  <a:cubicBezTo>
                    <a:pt x="240" y="177"/>
                    <a:pt x="247" y="181"/>
                    <a:pt x="254" y="181"/>
                  </a:cubicBezTo>
                  <a:cubicBezTo>
                    <a:pt x="255" y="181"/>
                    <a:pt x="257" y="181"/>
                    <a:pt x="259" y="181"/>
                  </a:cubicBezTo>
                  <a:cubicBezTo>
                    <a:pt x="268" y="178"/>
                    <a:pt x="271" y="168"/>
                    <a:pt x="274" y="162"/>
                  </a:cubicBezTo>
                  <a:cubicBezTo>
                    <a:pt x="275" y="160"/>
                    <a:pt x="276" y="157"/>
                    <a:pt x="276" y="156"/>
                  </a:cubicBezTo>
                  <a:cubicBezTo>
                    <a:pt x="278" y="155"/>
                    <a:pt x="281" y="155"/>
                    <a:pt x="283" y="155"/>
                  </a:cubicBezTo>
                  <a:cubicBezTo>
                    <a:pt x="290" y="155"/>
                    <a:pt x="300" y="155"/>
                    <a:pt x="306" y="148"/>
                  </a:cubicBezTo>
                  <a:cubicBezTo>
                    <a:pt x="311" y="140"/>
                    <a:pt x="309" y="131"/>
                    <a:pt x="307" y="124"/>
                  </a:cubicBezTo>
                  <a:cubicBezTo>
                    <a:pt x="306" y="122"/>
                    <a:pt x="305" y="119"/>
                    <a:pt x="305" y="117"/>
                  </a:cubicBezTo>
                  <a:cubicBezTo>
                    <a:pt x="306" y="116"/>
                    <a:pt x="309" y="114"/>
                    <a:pt x="310" y="113"/>
                  </a:cubicBezTo>
                  <a:cubicBezTo>
                    <a:pt x="316" y="109"/>
                    <a:pt x="324" y="103"/>
                    <a:pt x="324" y="93"/>
                  </a:cubicBezTo>
                  <a:cubicBezTo>
                    <a:pt x="324" y="84"/>
                    <a:pt x="317" y="78"/>
                    <a:pt x="311" y="74"/>
                  </a:cubicBezTo>
                  <a:close/>
                  <a:moveTo>
                    <a:pt x="298" y="96"/>
                  </a:moveTo>
                  <a:cubicBezTo>
                    <a:pt x="293" y="100"/>
                    <a:pt x="287" y="104"/>
                    <a:pt x="285" y="110"/>
                  </a:cubicBezTo>
                  <a:cubicBezTo>
                    <a:pt x="283" y="117"/>
                    <a:pt x="285" y="123"/>
                    <a:pt x="286" y="129"/>
                  </a:cubicBezTo>
                  <a:cubicBezTo>
                    <a:pt x="287" y="131"/>
                    <a:pt x="287" y="132"/>
                    <a:pt x="287" y="134"/>
                  </a:cubicBezTo>
                  <a:cubicBezTo>
                    <a:pt x="286" y="134"/>
                    <a:pt x="284" y="134"/>
                    <a:pt x="283" y="134"/>
                  </a:cubicBezTo>
                  <a:cubicBezTo>
                    <a:pt x="277" y="134"/>
                    <a:pt x="270" y="134"/>
                    <a:pt x="264" y="138"/>
                  </a:cubicBezTo>
                  <a:cubicBezTo>
                    <a:pt x="258" y="142"/>
                    <a:pt x="256" y="148"/>
                    <a:pt x="254" y="154"/>
                  </a:cubicBezTo>
                  <a:cubicBezTo>
                    <a:pt x="253" y="155"/>
                    <a:pt x="253" y="157"/>
                    <a:pt x="252" y="158"/>
                  </a:cubicBezTo>
                  <a:cubicBezTo>
                    <a:pt x="251" y="157"/>
                    <a:pt x="249" y="155"/>
                    <a:pt x="248" y="155"/>
                  </a:cubicBezTo>
                  <a:cubicBezTo>
                    <a:pt x="243" y="151"/>
                    <a:pt x="237" y="145"/>
                    <a:pt x="231" y="145"/>
                  </a:cubicBezTo>
                  <a:cubicBezTo>
                    <a:pt x="230" y="145"/>
                    <a:pt x="230" y="145"/>
                    <a:pt x="230" y="145"/>
                  </a:cubicBezTo>
                  <a:cubicBezTo>
                    <a:pt x="223" y="145"/>
                    <a:pt x="218" y="151"/>
                    <a:pt x="213" y="154"/>
                  </a:cubicBezTo>
                  <a:cubicBezTo>
                    <a:pt x="212" y="155"/>
                    <a:pt x="210" y="157"/>
                    <a:pt x="209" y="158"/>
                  </a:cubicBezTo>
                  <a:cubicBezTo>
                    <a:pt x="208" y="157"/>
                    <a:pt x="208" y="155"/>
                    <a:pt x="207" y="154"/>
                  </a:cubicBezTo>
                  <a:cubicBezTo>
                    <a:pt x="205" y="148"/>
                    <a:pt x="203" y="141"/>
                    <a:pt x="197" y="137"/>
                  </a:cubicBezTo>
                  <a:cubicBezTo>
                    <a:pt x="192" y="133"/>
                    <a:pt x="185" y="133"/>
                    <a:pt x="179" y="133"/>
                  </a:cubicBezTo>
                  <a:cubicBezTo>
                    <a:pt x="178" y="133"/>
                    <a:pt x="176" y="133"/>
                    <a:pt x="174" y="132"/>
                  </a:cubicBezTo>
                  <a:cubicBezTo>
                    <a:pt x="175" y="131"/>
                    <a:pt x="175" y="129"/>
                    <a:pt x="175" y="128"/>
                  </a:cubicBezTo>
                  <a:cubicBezTo>
                    <a:pt x="177" y="122"/>
                    <a:pt x="179" y="115"/>
                    <a:pt x="177" y="109"/>
                  </a:cubicBezTo>
                  <a:cubicBezTo>
                    <a:pt x="175" y="102"/>
                    <a:pt x="170" y="98"/>
                    <a:pt x="165" y="94"/>
                  </a:cubicBezTo>
                  <a:cubicBezTo>
                    <a:pt x="164" y="93"/>
                    <a:pt x="162" y="92"/>
                    <a:pt x="161" y="91"/>
                  </a:cubicBezTo>
                  <a:cubicBezTo>
                    <a:pt x="163" y="90"/>
                    <a:pt x="164" y="89"/>
                    <a:pt x="165" y="88"/>
                  </a:cubicBezTo>
                  <a:cubicBezTo>
                    <a:pt x="170" y="84"/>
                    <a:pt x="176" y="80"/>
                    <a:pt x="178" y="74"/>
                  </a:cubicBezTo>
                  <a:cubicBezTo>
                    <a:pt x="180" y="67"/>
                    <a:pt x="178" y="61"/>
                    <a:pt x="176" y="55"/>
                  </a:cubicBezTo>
                  <a:cubicBezTo>
                    <a:pt x="176" y="53"/>
                    <a:pt x="176" y="52"/>
                    <a:pt x="175" y="50"/>
                  </a:cubicBezTo>
                  <a:cubicBezTo>
                    <a:pt x="177" y="50"/>
                    <a:pt x="179" y="50"/>
                    <a:pt x="180" y="50"/>
                  </a:cubicBezTo>
                  <a:cubicBezTo>
                    <a:pt x="186" y="50"/>
                    <a:pt x="193" y="50"/>
                    <a:pt x="199" y="46"/>
                  </a:cubicBezTo>
                  <a:cubicBezTo>
                    <a:pt x="204" y="42"/>
                    <a:pt x="207" y="36"/>
                    <a:pt x="209" y="30"/>
                  </a:cubicBezTo>
                  <a:cubicBezTo>
                    <a:pt x="209" y="29"/>
                    <a:pt x="210" y="27"/>
                    <a:pt x="211" y="26"/>
                  </a:cubicBezTo>
                  <a:cubicBezTo>
                    <a:pt x="212" y="27"/>
                    <a:pt x="214" y="29"/>
                    <a:pt x="215" y="29"/>
                  </a:cubicBezTo>
                  <a:cubicBezTo>
                    <a:pt x="220" y="33"/>
                    <a:pt x="225" y="39"/>
                    <a:pt x="232" y="39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9" y="39"/>
                    <a:pt x="245" y="33"/>
                    <a:pt x="250" y="30"/>
                  </a:cubicBezTo>
                  <a:cubicBezTo>
                    <a:pt x="251" y="29"/>
                    <a:pt x="253" y="27"/>
                    <a:pt x="254" y="26"/>
                  </a:cubicBezTo>
                  <a:cubicBezTo>
                    <a:pt x="254" y="27"/>
                    <a:pt x="255" y="29"/>
                    <a:pt x="255" y="30"/>
                  </a:cubicBezTo>
                  <a:cubicBezTo>
                    <a:pt x="257" y="36"/>
                    <a:pt x="260" y="43"/>
                    <a:pt x="265" y="47"/>
                  </a:cubicBezTo>
                  <a:cubicBezTo>
                    <a:pt x="271" y="51"/>
                    <a:pt x="278" y="51"/>
                    <a:pt x="284" y="51"/>
                  </a:cubicBezTo>
                  <a:cubicBezTo>
                    <a:pt x="285" y="51"/>
                    <a:pt x="287" y="51"/>
                    <a:pt x="288" y="52"/>
                  </a:cubicBezTo>
                  <a:cubicBezTo>
                    <a:pt x="288" y="53"/>
                    <a:pt x="288" y="55"/>
                    <a:pt x="287" y="56"/>
                  </a:cubicBezTo>
                  <a:cubicBezTo>
                    <a:pt x="285" y="62"/>
                    <a:pt x="283" y="69"/>
                    <a:pt x="285" y="75"/>
                  </a:cubicBezTo>
                  <a:cubicBezTo>
                    <a:pt x="287" y="82"/>
                    <a:pt x="293" y="86"/>
                    <a:pt x="298" y="90"/>
                  </a:cubicBezTo>
                  <a:cubicBezTo>
                    <a:pt x="299" y="91"/>
                    <a:pt x="300" y="92"/>
                    <a:pt x="301" y="93"/>
                  </a:cubicBezTo>
                  <a:cubicBezTo>
                    <a:pt x="300" y="94"/>
                    <a:pt x="299" y="95"/>
                    <a:pt x="298" y="96"/>
                  </a:cubicBezTo>
                  <a:close/>
                  <a:moveTo>
                    <a:pt x="248" y="61"/>
                  </a:moveTo>
                  <a:cubicBezTo>
                    <a:pt x="239" y="56"/>
                    <a:pt x="230" y="55"/>
                    <a:pt x="221" y="58"/>
                  </a:cubicBezTo>
                  <a:cubicBezTo>
                    <a:pt x="212" y="61"/>
                    <a:pt x="204" y="67"/>
                    <a:pt x="200" y="75"/>
                  </a:cubicBezTo>
                  <a:cubicBezTo>
                    <a:pt x="195" y="84"/>
                    <a:pt x="195" y="93"/>
                    <a:pt x="197" y="103"/>
                  </a:cubicBezTo>
                  <a:cubicBezTo>
                    <a:pt x="200" y="112"/>
                    <a:pt x="206" y="119"/>
                    <a:pt x="215" y="123"/>
                  </a:cubicBezTo>
                  <a:cubicBezTo>
                    <a:pt x="220" y="126"/>
                    <a:pt x="226" y="128"/>
                    <a:pt x="231" y="128"/>
                  </a:cubicBezTo>
                  <a:cubicBezTo>
                    <a:pt x="235" y="128"/>
                    <a:pt x="238" y="127"/>
                    <a:pt x="242" y="126"/>
                  </a:cubicBezTo>
                  <a:cubicBezTo>
                    <a:pt x="251" y="123"/>
                    <a:pt x="258" y="117"/>
                    <a:pt x="263" y="109"/>
                  </a:cubicBezTo>
                  <a:cubicBezTo>
                    <a:pt x="267" y="100"/>
                    <a:pt x="268" y="91"/>
                    <a:pt x="265" y="81"/>
                  </a:cubicBezTo>
                  <a:cubicBezTo>
                    <a:pt x="262" y="72"/>
                    <a:pt x="256" y="65"/>
                    <a:pt x="248" y="61"/>
                  </a:cubicBezTo>
                  <a:close/>
                  <a:moveTo>
                    <a:pt x="244" y="99"/>
                  </a:moveTo>
                  <a:cubicBezTo>
                    <a:pt x="242" y="102"/>
                    <a:pt x="239" y="104"/>
                    <a:pt x="236" y="106"/>
                  </a:cubicBezTo>
                  <a:cubicBezTo>
                    <a:pt x="232" y="107"/>
                    <a:pt x="228" y="106"/>
                    <a:pt x="225" y="105"/>
                  </a:cubicBezTo>
                  <a:cubicBezTo>
                    <a:pt x="221" y="103"/>
                    <a:pt x="219" y="100"/>
                    <a:pt x="218" y="96"/>
                  </a:cubicBezTo>
                  <a:cubicBezTo>
                    <a:pt x="217" y="93"/>
                    <a:pt x="217" y="89"/>
                    <a:pt x="219" y="85"/>
                  </a:cubicBezTo>
                  <a:cubicBezTo>
                    <a:pt x="221" y="82"/>
                    <a:pt x="223" y="80"/>
                    <a:pt x="227" y="78"/>
                  </a:cubicBezTo>
                  <a:cubicBezTo>
                    <a:pt x="229" y="78"/>
                    <a:pt x="230" y="78"/>
                    <a:pt x="231" y="78"/>
                  </a:cubicBezTo>
                  <a:cubicBezTo>
                    <a:pt x="234" y="78"/>
                    <a:pt x="236" y="78"/>
                    <a:pt x="238" y="79"/>
                  </a:cubicBezTo>
                  <a:cubicBezTo>
                    <a:pt x="241" y="81"/>
                    <a:pt x="244" y="84"/>
                    <a:pt x="245" y="88"/>
                  </a:cubicBezTo>
                  <a:cubicBezTo>
                    <a:pt x="246" y="91"/>
                    <a:pt x="246" y="95"/>
                    <a:pt x="244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200">
                <a:solidFill>
                  <a:srgbClr val="1A3673"/>
                </a:solidFill>
                <a:latin typeface="Elevance Sans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8607CB3-1B2C-8F91-66E9-78FA43FB4D51}"/>
              </a:ext>
            </a:extLst>
          </p:cNvPr>
          <p:cNvSpPr txBox="1"/>
          <p:nvPr/>
        </p:nvSpPr>
        <p:spPr>
          <a:xfrm>
            <a:off x="2268614" y="5816994"/>
            <a:ext cx="1226555" cy="199903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rgbClr val="FFFFFF">
                    <a:lumMod val="50000"/>
                  </a:srgbClr>
                </a:solidFill>
                <a:latin typeface="Elevance Sans"/>
              </a:rPr>
              <a:t>AWS S3</a:t>
            </a:r>
          </a:p>
        </p:txBody>
      </p:sp>
      <p:cxnSp>
        <p:nvCxnSpPr>
          <p:cNvPr id="125" name="Connector: Elbow 61">
            <a:extLst>
              <a:ext uri="{FF2B5EF4-FFF2-40B4-BE49-F238E27FC236}">
                <a16:creationId xmlns:a16="http://schemas.microsoft.com/office/drawing/2014/main" id="{6A55A29F-C82E-9312-748F-BA3A494CBF58}"/>
              </a:ext>
            </a:extLst>
          </p:cNvPr>
          <p:cNvCxnSpPr>
            <a:cxnSpLocks/>
          </p:cNvCxnSpPr>
          <p:nvPr/>
        </p:nvCxnSpPr>
        <p:spPr>
          <a:xfrm>
            <a:off x="3241948" y="5520510"/>
            <a:ext cx="961060" cy="360592"/>
          </a:xfrm>
          <a:prstGeom prst="bentConnector3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64">
            <a:extLst>
              <a:ext uri="{FF2B5EF4-FFF2-40B4-BE49-F238E27FC236}">
                <a16:creationId xmlns:a16="http://schemas.microsoft.com/office/drawing/2014/main" id="{4651CF85-9B8A-5262-2E1B-84422B5BBFD9}"/>
              </a:ext>
            </a:extLst>
          </p:cNvPr>
          <p:cNvCxnSpPr>
            <a:cxnSpLocks/>
          </p:cNvCxnSpPr>
          <p:nvPr/>
        </p:nvCxnSpPr>
        <p:spPr>
          <a:xfrm flipV="1">
            <a:off x="3224724" y="5172472"/>
            <a:ext cx="980381" cy="340086"/>
          </a:xfrm>
          <a:prstGeom prst="bentConnector3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63581E8-087E-2914-00AE-E2BD983F6288}"/>
              </a:ext>
            </a:extLst>
          </p:cNvPr>
          <p:cNvCxnSpPr>
            <a:cxnSpLocks/>
          </p:cNvCxnSpPr>
          <p:nvPr/>
        </p:nvCxnSpPr>
        <p:spPr>
          <a:xfrm>
            <a:off x="4852162" y="5261008"/>
            <a:ext cx="1736349" cy="2013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69C5EB1-00F7-57F2-A4E9-BFA4270805CB}"/>
              </a:ext>
            </a:extLst>
          </p:cNvPr>
          <p:cNvCxnSpPr>
            <a:cxnSpLocks/>
          </p:cNvCxnSpPr>
          <p:nvPr/>
        </p:nvCxnSpPr>
        <p:spPr>
          <a:xfrm>
            <a:off x="4852162" y="5908807"/>
            <a:ext cx="1736349" cy="2013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1025" name="object 75">
            <a:extLst>
              <a:ext uri="{FF2B5EF4-FFF2-40B4-BE49-F238E27FC236}">
                <a16:creationId xmlns:a16="http://schemas.microsoft.com/office/drawing/2014/main" id="{96C40902-7268-C888-1043-9B160340307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54357" y="3335890"/>
            <a:ext cx="488600" cy="479460"/>
          </a:xfrm>
          <a:prstGeom prst="rect">
            <a:avLst/>
          </a:prstGeom>
        </p:spPr>
      </p:pic>
      <p:sp>
        <p:nvSpPr>
          <p:cNvPr id="1026" name="Rectangle 1025">
            <a:extLst>
              <a:ext uri="{FF2B5EF4-FFF2-40B4-BE49-F238E27FC236}">
                <a16:creationId xmlns:a16="http://schemas.microsoft.com/office/drawing/2014/main" id="{9428A158-CC98-8EAD-FC87-CFD327A86B52}"/>
              </a:ext>
            </a:extLst>
          </p:cNvPr>
          <p:cNvSpPr/>
          <p:nvPr/>
        </p:nvSpPr>
        <p:spPr>
          <a:xfrm>
            <a:off x="705840" y="4913412"/>
            <a:ext cx="7653597" cy="12960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Elevance Sans"/>
            </a:endParaRP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B2A8EED7-CDB3-C471-B179-DF63ED6814E1}"/>
              </a:ext>
            </a:extLst>
          </p:cNvPr>
          <p:cNvSpPr/>
          <p:nvPr/>
        </p:nvSpPr>
        <p:spPr>
          <a:xfrm>
            <a:off x="712837" y="3253857"/>
            <a:ext cx="7653597" cy="12960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Elevance Sans"/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EC986A88-1DA1-F470-FEC6-D098C767ADB4}"/>
              </a:ext>
            </a:extLst>
          </p:cNvPr>
          <p:cNvSpPr/>
          <p:nvPr/>
        </p:nvSpPr>
        <p:spPr>
          <a:xfrm>
            <a:off x="705839" y="1506081"/>
            <a:ext cx="7663894" cy="11724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Elevance Sans"/>
            </a:endParaRP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CDB3AEE5-4186-8CA8-C306-C8F25806609D}"/>
              </a:ext>
            </a:extLst>
          </p:cNvPr>
          <p:cNvGrpSpPr/>
          <p:nvPr/>
        </p:nvGrpSpPr>
        <p:grpSpPr>
          <a:xfrm flipV="1">
            <a:off x="9513818" y="1360622"/>
            <a:ext cx="310256" cy="310890"/>
            <a:chOff x="9177050" y="1378132"/>
            <a:chExt cx="469060" cy="470020"/>
          </a:xfrm>
          <a:solidFill>
            <a:schemeClr val="accent2"/>
          </a:solidFill>
        </p:grpSpPr>
        <p:sp>
          <p:nvSpPr>
            <p:cNvPr id="1041" name="Freeform 11">
              <a:extLst>
                <a:ext uri="{FF2B5EF4-FFF2-40B4-BE49-F238E27FC236}">
                  <a16:creationId xmlns:a16="http://schemas.microsoft.com/office/drawing/2014/main" id="{D67FE1CB-A5B3-4793-0253-5164F1475C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7050" y="1378132"/>
              <a:ext cx="469060" cy="470020"/>
            </a:xfrm>
            <a:custGeom>
              <a:avLst/>
              <a:gdLst>
                <a:gd name="T0" fmla="*/ 210 w 489"/>
                <a:gd name="T1" fmla="*/ 72 h 490"/>
                <a:gd name="T2" fmla="*/ 165 w 489"/>
                <a:gd name="T3" fmla="*/ 102 h 490"/>
                <a:gd name="T4" fmla="*/ 119 w 489"/>
                <a:gd name="T5" fmla="*/ 74 h 490"/>
                <a:gd name="T6" fmla="*/ 102 w 489"/>
                <a:gd name="T7" fmla="*/ 150 h 490"/>
                <a:gd name="T8" fmla="*/ 85 w 489"/>
                <a:gd name="T9" fmla="*/ 205 h 490"/>
                <a:gd name="T10" fmla="*/ 33 w 489"/>
                <a:gd name="T11" fmla="*/ 223 h 490"/>
                <a:gd name="T12" fmla="*/ 32 w 489"/>
                <a:gd name="T13" fmla="*/ 256 h 490"/>
                <a:gd name="T14" fmla="*/ 76 w 489"/>
                <a:gd name="T15" fmla="*/ 279 h 490"/>
                <a:gd name="T16" fmla="*/ 104 w 489"/>
                <a:gd name="T17" fmla="*/ 328 h 490"/>
                <a:gd name="T18" fmla="*/ 75 w 489"/>
                <a:gd name="T19" fmla="*/ 372 h 490"/>
                <a:gd name="T20" fmla="*/ 145 w 489"/>
                <a:gd name="T21" fmla="*/ 389 h 490"/>
                <a:gd name="T22" fmla="*/ 181 w 489"/>
                <a:gd name="T23" fmla="*/ 394 h 490"/>
                <a:gd name="T24" fmla="*/ 210 w 489"/>
                <a:gd name="T25" fmla="*/ 453 h 490"/>
                <a:gd name="T26" fmla="*/ 267 w 489"/>
                <a:gd name="T27" fmla="*/ 455 h 490"/>
                <a:gd name="T28" fmla="*/ 284 w 489"/>
                <a:gd name="T29" fmla="*/ 403 h 490"/>
                <a:gd name="T30" fmla="*/ 335 w 489"/>
                <a:gd name="T31" fmla="*/ 384 h 490"/>
                <a:gd name="T32" fmla="*/ 370 w 489"/>
                <a:gd name="T33" fmla="*/ 413 h 490"/>
                <a:gd name="T34" fmla="*/ 390 w 489"/>
                <a:gd name="T35" fmla="*/ 343 h 490"/>
                <a:gd name="T36" fmla="*/ 401 w 489"/>
                <a:gd name="T37" fmla="*/ 288 h 490"/>
                <a:gd name="T38" fmla="*/ 454 w 489"/>
                <a:gd name="T39" fmla="*/ 272 h 490"/>
                <a:gd name="T40" fmla="*/ 454 w 489"/>
                <a:gd name="T41" fmla="*/ 212 h 490"/>
                <a:gd name="T42" fmla="*/ 401 w 489"/>
                <a:gd name="T43" fmla="*/ 200 h 490"/>
                <a:gd name="T44" fmla="*/ 390 w 489"/>
                <a:gd name="T45" fmla="*/ 145 h 490"/>
                <a:gd name="T46" fmla="*/ 370 w 489"/>
                <a:gd name="T47" fmla="*/ 77 h 490"/>
                <a:gd name="T48" fmla="*/ 338 w 489"/>
                <a:gd name="T49" fmla="*/ 102 h 490"/>
                <a:gd name="T50" fmla="*/ 288 w 489"/>
                <a:gd name="T51" fmla="*/ 89 h 490"/>
                <a:gd name="T52" fmla="*/ 271 w 489"/>
                <a:gd name="T53" fmla="*/ 35 h 490"/>
                <a:gd name="T54" fmla="*/ 281 w 489"/>
                <a:gd name="T55" fmla="*/ 3 h 490"/>
                <a:gd name="T56" fmla="*/ 308 w 489"/>
                <a:gd name="T57" fmla="*/ 60 h 490"/>
                <a:gd name="T58" fmla="*/ 367 w 489"/>
                <a:gd name="T59" fmla="*/ 37 h 490"/>
                <a:gd name="T60" fmla="*/ 390 w 489"/>
                <a:gd name="T61" fmla="*/ 49 h 490"/>
                <a:gd name="T62" fmla="*/ 439 w 489"/>
                <a:gd name="T63" fmla="*/ 98 h 490"/>
                <a:gd name="T64" fmla="*/ 450 w 489"/>
                <a:gd name="T65" fmla="*/ 113 h 490"/>
                <a:gd name="T66" fmla="*/ 421 w 489"/>
                <a:gd name="T67" fmla="*/ 160 h 490"/>
                <a:gd name="T68" fmla="*/ 474 w 489"/>
                <a:gd name="T69" fmla="*/ 182 h 490"/>
                <a:gd name="T70" fmla="*/ 489 w 489"/>
                <a:gd name="T71" fmla="*/ 244 h 490"/>
                <a:gd name="T72" fmla="*/ 479 w 489"/>
                <a:gd name="T73" fmla="*/ 305 h 490"/>
                <a:gd name="T74" fmla="*/ 421 w 489"/>
                <a:gd name="T75" fmla="*/ 328 h 490"/>
                <a:gd name="T76" fmla="*/ 450 w 489"/>
                <a:gd name="T77" fmla="*/ 375 h 490"/>
                <a:gd name="T78" fmla="*/ 372 w 489"/>
                <a:gd name="T79" fmla="*/ 451 h 490"/>
                <a:gd name="T80" fmla="*/ 319 w 489"/>
                <a:gd name="T81" fmla="*/ 424 h 490"/>
                <a:gd name="T82" fmla="*/ 296 w 489"/>
                <a:gd name="T83" fmla="*/ 483 h 490"/>
                <a:gd name="T84" fmla="*/ 258 w 489"/>
                <a:gd name="T85" fmla="*/ 490 h 490"/>
                <a:gd name="T86" fmla="*/ 183 w 489"/>
                <a:gd name="T87" fmla="*/ 479 h 490"/>
                <a:gd name="T88" fmla="*/ 160 w 489"/>
                <a:gd name="T89" fmla="*/ 419 h 490"/>
                <a:gd name="T90" fmla="*/ 105 w 489"/>
                <a:gd name="T91" fmla="*/ 445 h 490"/>
                <a:gd name="T92" fmla="*/ 70 w 489"/>
                <a:gd name="T93" fmla="*/ 416 h 490"/>
                <a:gd name="T94" fmla="*/ 47 w 489"/>
                <a:gd name="T95" fmla="*/ 389 h 490"/>
                <a:gd name="T96" fmla="*/ 37 w 489"/>
                <a:gd name="T97" fmla="*/ 360 h 490"/>
                <a:gd name="T98" fmla="*/ 17 w 489"/>
                <a:gd name="T99" fmla="*/ 310 h 490"/>
                <a:gd name="T100" fmla="*/ 0 w 489"/>
                <a:gd name="T101" fmla="*/ 224 h 490"/>
                <a:gd name="T102" fmla="*/ 21 w 489"/>
                <a:gd name="T103" fmla="*/ 180 h 490"/>
                <a:gd name="T104" fmla="*/ 37 w 489"/>
                <a:gd name="T105" fmla="*/ 130 h 490"/>
                <a:gd name="T106" fmla="*/ 44 w 489"/>
                <a:gd name="T107" fmla="*/ 102 h 490"/>
                <a:gd name="T108" fmla="*/ 117 w 489"/>
                <a:gd name="T109" fmla="*/ 37 h 490"/>
                <a:gd name="T110" fmla="*/ 178 w 489"/>
                <a:gd name="T111" fmla="*/ 60 h 490"/>
                <a:gd name="T112" fmla="*/ 207 w 489"/>
                <a:gd name="T113" fmla="*/ 3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9" h="490">
                  <a:moveTo>
                    <a:pt x="244" y="32"/>
                  </a:moveTo>
                  <a:lnTo>
                    <a:pt x="227" y="34"/>
                  </a:lnTo>
                  <a:lnTo>
                    <a:pt x="221" y="34"/>
                  </a:lnTo>
                  <a:lnTo>
                    <a:pt x="216" y="35"/>
                  </a:lnTo>
                  <a:lnTo>
                    <a:pt x="210" y="35"/>
                  </a:lnTo>
                  <a:lnTo>
                    <a:pt x="210" y="72"/>
                  </a:lnTo>
                  <a:lnTo>
                    <a:pt x="210" y="78"/>
                  </a:lnTo>
                  <a:lnTo>
                    <a:pt x="207" y="83"/>
                  </a:lnTo>
                  <a:lnTo>
                    <a:pt x="204" y="86"/>
                  </a:lnTo>
                  <a:lnTo>
                    <a:pt x="200" y="89"/>
                  </a:lnTo>
                  <a:lnTo>
                    <a:pt x="181" y="95"/>
                  </a:lnTo>
                  <a:lnTo>
                    <a:pt x="165" y="102"/>
                  </a:lnTo>
                  <a:lnTo>
                    <a:pt x="162" y="104"/>
                  </a:lnTo>
                  <a:lnTo>
                    <a:pt x="157" y="104"/>
                  </a:lnTo>
                  <a:lnTo>
                    <a:pt x="152" y="104"/>
                  </a:lnTo>
                  <a:lnTo>
                    <a:pt x="148" y="102"/>
                  </a:lnTo>
                  <a:lnTo>
                    <a:pt x="145" y="99"/>
                  </a:lnTo>
                  <a:lnTo>
                    <a:pt x="119" y="74"/>
                  </a:lnTo>
                  <a:lnTo>
                    <a:pt x="117" y="75"/>
                  </a:lnTo>
                  <a:lnTo>
                    <a:pt x="94" y="95"/>
                  </a:lnTo>
                  <a:lnTo>
                    <a:pt x="75" y="118"/>
                  </a:lnTo>
                  <a:lnTo>
                    <a:pt x="73" y="119"/>
                  </a:lnTo>
                  <a:lnTo>
                    <a:pt x="99" y="145"/>
                  </a:lnTo>
                  <a:lnTo>
                    <a:pt x="102" y="150"/>
                  </a:lnTo>
                  <a:lnTo>
                    <a:pt x="104" y="156"/>
                  </a:lnTo>
                  <a:lnTo>
                    <a:pt x="104" y="160"/>
                  </a:lnTo>
                  <a:lnTo>
                    <a:pt x="102" y="165"/>
                  </a:lnTo>
                  <a:lnTo>
                    <a:pt x="93" y="182"/>
                  </a:lnTo>
                  <a:lnTo>
                    <a:pt x="87" y="200"/>
                  </a:lnTo>
                  <a:lnTo>
                    <a:pt x="85" y="205"/>
                  </a:lnTo>
                  <a:lnTo>
                    <a:pt x="81" y="209"/>
                  </a:lnTo>
                  <a:lnTo>
                    <a:pt x="76" y="212"/>
                  </a:lnTo>
                  <a:lnTo>
                    <a:pt x="72" y="212"/>
                  </a:lnTo>
                  <a:lnTo>
                    <a:pt x="35" y="212"/>
                  </a:lnTo>
                  <a:lnTo>
                    <a:pt x="33" y="217"/>
                  </a:lnTo>
                  <a:lnTo>
                    <a:pt x="33" y="223"/>
                  </a:lnTo>
                  <a:lnTo>
                    <a:pt x="33" y="227"/>
                  </a:lnTo>
                  <a:lnTo>
                    <a:pt x="32" y="234"/>
                  </a:lnTo>
                  <a:lnTo>
                    <a:pt x="32" y="238"/>
                  </a:lnTo>
                  <a:lnTo>
                    <a:pt x="32" y="244"/>
                  </a:lnTo>
                  <a:lnTo>
                    <a:pt x="32" y="250"/>
                  </a:lnTo>
                  <a:lnTo>
                    <a:pt x="32" y="256"/>
                  </a:lnTo>
                  <a:lnTo>
                    <a:pt x="33" y="261"/>
                  </a:lnTo>
                  <a:lnTo>
                    <a:pt x="33" y="267"/>
                  </a:lnTo>
                  <a:lnTo>
                    <a:pt x="33" y="272"/>
                  </a:lnTo>
                  <a:lnTo>
                    <a:pt x="35" y="278"/>
                  </a:lnTo>
                  <a:lnTo>
                    <a:pt x="72" y="278"/>
                  </a:lnTo>
                  <a:lnTo>
                    <a:pt x="76" y="279"/>
                  </a:lnTo>
                  <a:lnTo>
                    <a:pt x="81" y="281"/>
                  </a:lnTo>
                  <a:lnTo>
                    <a:pt x="85" y="284"/>
                  </a:lnTo>
                  <a:lnTo>
                    <a:pt x="87" y="288"/>
                  </a:lnTo>
                  <a:lnTo>
                    <a:pt x="93" y="307"/>
                  </a:lnTo>
                  <a:lnTo>
                    <a:pt x="102" y="323"/>
                  </a:lnTo>
                  <a:lnTo>
                    <a:pt x="104" y="328"/>
                  </a:lnTo>
                  <a:lnTo>
                    <a:pt x="104" y="334"/>
                  </a:lnTo>
                  <a:lnTo>
                    <a:pt x="102" y="339"/>
                  </a:lnTo>
                  <a:lnTo>
                    <a:pt x="99" y="343"/>
                  </a:lnTo>
                  <a:lnTo>
                    <a:pt x="73" y="369"/>
                  </a:lnTo>
                  <a:lnTo>
                    <a:pt x="75" y="371"/>
                  </a:lnTo>
                  <a:lnTo>
                    <a:pt x="75" y="372"/>
                  </a:lnTo>
                  <a:lnTo>
                    <a:pt x="76" y="372"/>
                  </a:lnTo>
                  <a:lnTo>
                    <a:pt x="94" y="394"/>
                  </a:lnTo>
                  <a:lnTo>
                    <a:pt x="116" y="412"/>
                  </a:lnTo>
                  <a:lnTo>
                    <a:pt x="117" y="413"/>
                  </a:lnTo>
                  <a:lnTo>
                    <a:pt x="119" y="415"/>
                  </a:lnTo>
                  <a:lnTo>
                    <a:pt x="145" y="389"/>
                  </a:lnTo>
                  <a:lnTo>
                    <a:pt x="148" y="386"/>
                  </a:lnTo>
                  <a:lnTo>
                    <a:pt x="152" y="384"/>
                  </a:lnTo>
                  <a:lnTo>
                    <a:pt x="157" y="384"/>
                  </a:lnTo>
                  <a:lnTo>
                    <a:pt x="162" y="384"/>
                  </a:lnTo>
                  <a:lnTo>
                    <a:pt x="165" y="386"/>
                  </a:lnTo>
                  <a:lnTo>
                    <a:pt x="181" y="394"/>
                  </a:lnTo>
                  <a:lnTo>
                    <a:pt x="200" y="400"/>
                  </a:lnTo>
                  <a:lnTo>
                    <a:pt x="204" y="403"/>
                  </a:lnTo>
                  <a:lnTo>
                    <a:pt x="207" y="406"/>
                  </a:lnTo>
                  <a:lnTo>
                    <a:pt x="210" y="410"/>
                  </a:lnTo>
                  <a:lnTo>
                    <a:pt x="210" y="416"/>
                  </a:lnTo>
                  <a:lnTo>
                    <a:pt x="210" y="453"/>
                  </a:lnTo>
                  <a:lnTo>
                    <a:pt x="215" y="453"/>
                  </a:lnTo>
                  <a:lnTo>
                    <a:pt x="220" y="455"/>
                  </a:lnTo>
                  <a:lnTo>
                    <a:pt x="223" y="456"/>
                  </a:lnTo>
                  <a:lnTo>
                    <a:pt x="227" y="456"/>
                  </a:lnTo>
                  <a:lnTo>
                    <a:pt x="261" y="456"/>
                  </a:lnTo>
                  <a:lnTo>
                    <a:pt x="267" y="455"/>
                  </a:lnTo>
                  <a:lnTo>
                    <a:pt x="271" y="453"/>
                  </a:lnTo>
                  <a:lnTo>
                    <a:pt x="276" y="453"/>
                  </a:lnTo>
                  <a:lnTo>
                    <a:pt x="276" y="416"/>
                  </a:lnTo>
                  <a:lnTo>
                    <a:pt x="277" y="410"/>
                  </a:lnTo>
                  <a:lnTo>
                    <a:pt x="279" y="406"/>
                  </a:lnTo>
                  <a:lnTo>
                    <a:pt x="284" y="403"/>
                  </a:lnTo>
                  <a:lnTo>
                    <a:pt x="288" y="400"/>
                  </a:lnTo>
                  <a:lnTo>
                    <a:pt x="306" y="394"/>
                  </a:lnTo>
                  <a:lnTo>
                    <a:pt x="323" y="386"/>
                  </a:lnTo>
                  <a:lnTo>
                    <a:pt x="328" y="384"/>
                  </a:lnTo>
                  <a:lnTo>
                    <a:pt x="331" y="384"/>
                  </a:lnTo>
                  <a:lnTo>
                    <a:pt x="335" y="384"/>
                  </a:lnTo>
                  <a:lnTo>
                    <a:pt x="338" y="386"/>
                  </a:lnTo>
                  <a:lnTo>
                    <a:pt x="342" y="389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70" y="413"/>
                  </a:lnTo>
                  <a:lnTo>
                    <a:pt x="370" y="413"/>
                  </a:lnTo>
                  <a:lnTo>
                    <a:pt x="393" y="394"/>
                  </a:lnTo>
                  <a:lnTo>
                    <a:pt x="415" y="371"/>
                  </a:lnTo>
                  <a:lnTo>
                    <a:pt x="415" y="371"/>
                  </a:lnTo>
                  <a:lnTo>
                    <a:pt x="415" y="369"/>
                  </a:lnTo>
                  <a:lnTo>
                    <a:pt x="416" y="369"/>
                  </a:lnTo>
                  <a:lnTo>
                    <a:pt x="390" y="343"/>
                  </a:lnTo>
                  <a:lnTo>
                    <a:pt x="386" y="339"/>
                  </a:lnTo>
                  <a:lnTo>
                    <a:pt x="384" y="334"/>
                  </a:lnTo>
                  <a:lnTo>
                    <a:pt x="384" y="328"/>
                  </a:lnTo>
                  <a:lnTo>
                    <a:pt x="387" y="323"/>
                  </a:lnTo>
                  <a:lnTo>
                    <a:pt x="395" y="307"/>
                  </a:lnTo>
                  <a:lnTo>
                    <a:pt x="401" y="288"/>
                  </a:lnTo>
                  <a:lnTo>
                    <a:pt x="402" y="284"/>
                  </a:lnTo>
                  <a:lnTo>
                    <a:pt x="406" y="281"/>
                  </a:lnTo>
                  <a:lnTo>
                    <a:pt x="410" y="279"/>
                  </a:lnTo>
                  <a:lnTo>
                    <a:pt x="416" y="278"/>
                  </a:lnTo>
                  <a:lnTo>
                    <a:pt x="454" y="278"/>
                  </a:lnTo>
                  <a:lnTo>
                    <a:pt x="454" y="272"/>
                  </a:lnTo>
                  <a:lnTo>
                    <a:pt x="454" y="267"/>
                  </a:lnTo>
                  <a:lnTo>
                    <a:pt x="456" y="261"/>
                  </a:lnTo>
                  <a:lnTo>
                    <a:pt x="456" y="227"/>
                  </a:lnTo>
                  <a:lnTo>
                    <a:pt x="454" y="223"/>
                  </a:lnTo>
                  <a:lnTo>
                    <a:pt x="454" y="217"/>
                  </a:lnTo>
                  <a:lnTo>
                    <a:pt x="454" y="212"/>
                  </a:lnTo>
                  <a:lnTo>
                    <a:pt x="416" y="212"/>
                  </a:lnTo>
                  <a:lnTo>
                    <a:pt x="412" y="212"/>
                  </a:lnTo>
                  <a:lnTo>
                    <a:pt x="409" y="211"/>
                  </a:lnTo>
                  <a:lnTo>
                    <a:pt x="404" y="208"/>
                  </a:lnTo>
                  <a:lnTo>
                    <a:pt x="402" y="205"/>
                  </a:lnTo>
                  <a:lnTo>
                    <a:pt x="401" y="200"/>
                  </a:lnTo>
                  <a:lnTo>
                    <a:pt x="395" y="182"/>
                  </a:lnTo>
                  <a:lnTo>
                    <a:pt x="387" y="165"/>
                  </a:lnTo>
                  <a:lnTo>
                    <a:pt x="384" y="160"/>
                  </a:lnTo>
                  <a:lnTo>
                    <a:pt x="384" y="156"/>
                  </a:lnTo>
                  <a:lnTo>
                    <a:pt x="386" y="150"/>
                  </a:lnTo>
                  <a:lnTo>
                    <a:pt x="390" y="145"/>
                  </a:lnTo>
                  <a:lnTo>
                    <a:pt x="415" y="119"/>
                  </a:lnTo>
                  <a:lnTo>
                    <a:pt x="413" y="118"/>
                  </a:lnTo>
                  <a:lnTo>
                    <a:pt x="413" y="116"/>
                  </a:lnTo>
                  <a:lnTo>
                    <a:pt x="393" y="95"/>
                  </a:lnTo>
                  <a:lnTo>
                    <a:pt x="374" y="77"/>
                  </a:lnTo>
                  <a:lnTo>
                    <a:pt x="370" y="77"/>
                  </a:lnTo>
                  <a:lnTo>
                    <a:pt x="370" y="77"/>
                  </a:lnTo>
                  <a:lnTo>
                    <a:pt x="370" y="75"/>
                  </a:lnTo>
                  <a:lnTo>
                    <a:pt x="369" y="75"/>
                  </a:lnTo>
                  <a:lnTo>
                    <a:pt x="369" y="74"/>
                  </a:lnTo>
                  <a:lnTo>
                    <a:pt x="342" y="99"/>
                  </a:lnTo>
                  <a:lnTo>
                    <a:pt x="338" y="102"/>
                  </a:lnTo>
                  <a:lnTo>
                    <a:pt x="335" y="104"/>
                  </a:lnTo>
                  <a:lnTo>
                    <a:pt x="331" y="104"/>
                  </a:lnTo>
                  <a:lnTo>
                    <a:pt x="328" y="104"/>
                  </a:lnTo>
                  <a:lnTo>
                    <a:pt x="323" y="102"/>
                  </a:lnTo>
                  <a:lnTo>
                    <a:pt x="306" y="95"/>
                  </a:lnTo>
                  <a:lnTo>
                    <a:pt x="288" y="89"/>
                  </a:lnTo>
                  <a:lnTo>
                    <a:pt x="284" y="86"/>
                  </a:lnTo>
                  <a:lnTo>
                    <a:pt x="279" y="83"/>
                  </a:lnTo>
                  <a:lnTo>
                    <a:pt x="277" y="78"/>
                  </a:lnTo>
                  <a:lnTo>
                    <a:pt x="276" y="72"/>
                  </a:lnTo>
                  <a:lnTo>
                    <a:pt x="276" y="35"/>
                  </a:lnTo>
                  <a:lnTo>
                    <a:pt x="271" y="35"/>
                  </a:lnTo>
                  <a:lnTo>
                    <a:pt x="267" y="34"/>
                  </a:lnTo>
                  <a:lnTo>
                    <a:pt x="261" y="34"/>
                  </a:lnTo>
                  <a:lnTo>
                    <a:pt x="244" y="32"/>
                  </a:lnTo>
                  <a:close/>
                  <a:moveTo>
                    <a:pt x="244" y="0"/>
                  </a:moveTo>
                  <a:lnTo>
                    <a:pt x="262" y="2"/>
                  </a:lnTo>
                  <a:lnTo>
                    <a:pt x="281" y="3"/>
                  </a:lnTo>
                  <a:lnTo>
                    <a:pt x="296" y="6"/>
                  </a:lnTo>
                  <a:lnTo>
                    <a:pt x="302" y="8"/>
                  </a:lnTo>
                  <a:lnTo>
                    <a:pt x="305" y="13"/>
                  </a:lnTo>
                  <a:lnTo>
                    <a:pt x="308" y="17"/>
                  </a:lnTo>
                  <a:lnTo>
                    <a:pt x="308" y="22"/>
                  </a:lnTo>
                  <a:lnTo>
                    <a:pt x="308" y="60"/>
                  </a:lnTo>
                  <a:lnTo>
                    <a:pt x="319" y="64"/>
                  </a:lnTo>
                  <a:lnTo>
                    <a:pt x="328" y="69"/>
                  </a:lnTo>
                  <a:lnTo>
                    <a:pt x="355" y="42"/>
                  </a:lnTo>
                  <a:lnTo>
                    <a:pt x="360" y="38"/>
                  </a:lnTo>
                  <a:lnTo>
                    <a:pt x="363" y="37"/>
                  </a:lnTo>
                  <a:lnTo>
                    <a:pt x="367" y="37"/>
                  </a:lnTo>
                  <a:lnTo>
                    <a:pt x="372" y="37"/>
                  </a:lnTo>
                  <a:lnTo>
                    <a:pt x="375" y="38"/>
                  </a:lnTo>
                  <a:lnTo>
                    <a:pt x="381" y="43"/>
                  </a:lnTo>
                  <a:lnTo>
                    <a:pt x="387" y="48"/>
                  </a:lnTo>
                  <a:lnTo>
                    <a:pt x="390" y="49"/>
                  </a:lnTo>
                  <a:lnTo>
                    <a:pt x="390" y="49"/>
                  </a:lnTo>
                  <a:lnTo>
                    <a:pt x="392" y="51"/>
                  </a:lnTo>
                  <a:lnTo>
                    <a:pt x="392" y="51"/>
                  </a:lnTo>
                  <a:lnTo>
                    <a:pt x="416" y="72"/>
                  </a:lnTo>
                  <a:lnTo>
                    <a:pt x="439" y="96"/>
                  </a:lnTo>
                  <a:lnTo>
                    <a:pt x="439" y="96"/>
                  </a:lnTo>
                  <a:lnTo>
                    <a:pt x="439" y="98"/>
                  </a:lnTo>
                  <a:lnTo>
                    <a:pt x="441" y="98"/>
                  </a:lnTo>
                  <a:lnTo>
                    <a:pt x="441" y="99"/>
                  </a:lnTo>
                  <a:lnTo>
                    <a:pt x="441" y="99"/>
                  </a:lnTo>
                  <a:lnTo>
                    <a:pt x="442" y="101"/>
                  </a:lnTo>
                  <a:lnTo>
                    <a:pt x="445" y="107"/>
                  </a:lnTo>
                  <a:lnTo>
                    <a:pt x="450" y="113"/>
                  </a:lnTo>
                  <a:lnTo>
                    <a:pt x="451" y="118"/>
                  </a:lnTo>
                  <a:lnTo>
                    <a:pt x="451" y="122"/>
                  </a:lnTo>
                  <a:lnTo>
                    <a:pt x="451" y="125"/>
                  </a:lnTo>
                  <a:lnTo>
                    <a:pt x="450" y="130"/>
                  </a:lnTo>
                  <a:lnTo>
                    <a:pt x="448" y="133"/>
                  </a:lnTo>
                  <a:lnTo>
                    <a:pt x="421" y="160"/>
                  </a:lnTo>
                  <a:lnTo>
                    <a:pt x="424" y="166"/>
                  </a:lnTo>
                  <a:lnTo>
                    <a:pt x="425" y="173"/>
                  </a:lnTo>
                  <a:lnTo>
                    <a:pt x="428" y="180"/>
                  </a:lnTo>
                  <a:lnTo>
                    <a:pt x="467" y="180"/>
                  </a:lnTo>
                  <a:lnTo>
                    <a:pt x="471" y="180"/>
                  </a:lnTo>
                  <a:lnTo>
                    <a:pt x="474" y="182"/>
                  </a:lnTo>
                  <a:lnTo>
                    <a:pt x="479" y="185"/>
                  </a:lnTo>
                  <a:lnTo>
                    <a:pt x="482" y="188"/>
                  </a:lnTo>
                  <a:lnTo>
                    <a:pt x="483" y="192"/>
                  </a:lnTo>
                  <a:lnTo>
                    <a:pt x="486" y="209"/>
                  </a:lnTo>
                  <a:lnTo>
                    <a:pt x="489" y="224"/>
                  </a:lnTo>
                  <a:lnTo>
                    <a:pt x="489" y="244"/>
                  </a:lnTo>
                  <a:lnTo>
                    <a:pt x="488" y="250"/>
                  </a:lnTo>
                  <a:lnTo>
                    <a:pt x="488" y="258"/>
                  </a:lnTo>
                  <a:lnTo>
                    <a:pt x="488" y="264"/>
                  </a:lnTo>
                  <a:lnTo>
                    <a:pt x="483" y="298"/>
                  </a:lnTo>
                  <a:lnTo>
                    <a:pt x="482" y="302"/>
                  </a:lnTo>
                  <a:lnTo>
                    <a:pt x="479" y="305"/>
                  </a:lnTo>
                  <a:lnTo>
                    <a:pt x="474" y="308"/>
                  </a:lnTo>
                  <a:lnTo>
                    <a:pt x="471" y="310"/>
                  </a:lnTo>
                  <a:lnTo>
                    <a:pt x="467" y="310"/>
                  </a:lnTo>
                  <a:lnTo>
                    <a:pt x="428" y="310"/>
                  </a:lnTo>
                  <a:lnTo>
                    <a:pt x="424" y="319"/>
                  </a:lnTo>
                  <a:lnTo>
                    <a:pt x="421" y="328"/>
                  </a:lnTo>
                  <a:lnTo>
                    <a:pt x="448" y="355"/>
                  </a:lnTo>
                  <a:lnTo>
                    <a:pt x="450" y="359"/>
                  </a:lnTo>
                  <a:lnTo>
                    <a:pt x="451" y="363"/>
                  </a:lnTo>
                  <a:lnTo>
                    <a:pt x="451" y="368"/>
                  </a:lnTo>
                  <a:lnTo>
                    <a:pt x="451" y="371"/>
                  </a:lnTo>
                  <a:lnTo>
                    <a:pt x="450" y="375"/>
                  </a:lnTo>
                  <a:lnTo>
                    <a:pt x="445" y="383"/>
                  </a:lnTo>
                  <a:lnTo>
                    <a:pt x="441" y="391"/>
                  </a:lnTo>
                  <a:lnTo>
                    <a:pt x="418" y="416"/>
                  </a:lnTo>
                  <a:lnTo>
                    <a:pt x="390" y="439"/>
                  </a:lnTo>
                  <a:lnTo>
                    <a:pt x="375" y="450"/>
                  </a:lnTo>
                  <a:lnTo>
                    <a:pt x="372" y="451"/>
                  </a:lnTo>
                  <a:lnTo>
                    <a:pt x="367" y="451"/>
                  </a:lnTo>
                  <a:lnTo>
                    <a:pt x="363" y="451"/>
                  </a:lnTo>
                  <a:lnTo>
                    <a:pt x="360" y="450"/>
                  </a:lnTo>
                  <a:lnTo>
                    <a:pt x="355" y="447"/>
                  </a:lnTo>
                  <a:lnTo>
                    <a:pt x="328" y="419"/>
                  </a:lnTo>
                  <a:lnTo>
                    <a:pt x="319" y="424"/>
                  </a:lnTo>
                  <a:lnTo>
                    <a:pt x="308" y="429"/>
                  </a:lnTo>
                  <a:lnTo>
                    <a:pt x="308" y="467"/>
                  </a:lnTo>
                  <a:lnTo>
                    <a:pt x="308" y="473"/>
                  </a:lnTo>
                  <a:lnTo>
                    <a:pt x="305" y="477"/>
                  </a:lnTo>
                  <a:lnTo>
                    <a:pt x="302" y="480"/>
                  </a:lnTo>
                  <a:lnTo>
                    <a:pt x="296" y="483"/>
                  </a:lnTo>
                  <a:lnTo>
                    <a:pt x="264" y="488"/>
                  </a:lnTo>
                  <a:lnTo>
                    <a:pt x="264" y="490"/>
                  </a:lnTo>
                  <a:lnTo>
                    <a:pt x="262" y="490"/>
                  </a:lnTo>
                  <a:lnTo>
                    <a:pt x="261" y="490"/>
                  </a:lnTo>
                  <a:lnTo>
                    <a:pt x="259" y="490"/>
                  </a:lnTo>
                  <a:lnTo>
                    <a:pt x="258" y="490"/>
                  </a:lnTo>
                  <a:lnTo>
                    <a:pt x="256" y="490"/>
                  </a:lnTo>
                  <a:lnTo>
                    <a:pt x="224" y="490"/>
                  </a:lnTo>
                  <a:lnTo>
                    <a:pt x="207" y="487"/>
                  </a:lnTo>
                  <a:lnTo>
                    <a:pt x="191" y="483"/>
                  </a:lnTo>
                  <a:lnTo>
                    <a:pt x="186" y="482"/>
                  </a:lnTo>
                  <a:lnTo>
                    <a:pt x="183" y="479"/>
                  </a:lnTo>
                  <a:lnTo>
                    <a:pt x="181" y="476"/>
                  </a:lnTo>
                  <a:lnTo>
                    <a:pt x="180" y="471"/>
                  </a:lnTo>
                  <a:lnTo>
                    <a:pt x="178" y="467"/>
                  </a:lnTo>
                  <a:lnTo>
                    <a:pt x="178" y="429"/>
                  </a:lnTo>
                  <a:lnTo>
                    <a:pt x="169" y="424"/>
                  </a:lnTo>
                  <a:lnTo>
                    <a:pt x="160" y="419"/>
                  </a:lnTo>
                  <a:lnTo>
                    <a:pt x="133" y="447"/>
                  </a:lnTo>
                  <a:lnTo>
                    <a:pt x="128" y="450"/>
                  </a:lnTo>
                  <a:lnTo>
                    <a:pt x="122" y="451"/>
                  </a:lnTo>
                  <a:lnTo>
                    <a:pt x="117" y="451"/>
                  </a:lnTo>
                  <a:lnTo>
                    <a:pt x="111" y="450"/>
                  </a:lnTo>
                  <a:lnTo>
                    <a:pt x="105" y="445"/>
                  </a:lnTo>
                  <a:lnTo>
                    <a:pt x="99" y="441"/>
                  </a:lnTo>
                  <a:lnTo>
                    <a:pt x="98" y="439"/>
                  </a:lnTo>
                  <a:lnTo>
                    <a:pt x="98" y="439"/>
                  </a:lnTo>
                  <a:lnTo>
                    <a:pt x="96" y="438"/>
                  </a:lnTo>
                  <a:lnTo>
                    <a:pt x="94" y="438"/>
                  </a:lnTo>
                  <a:lnTo>
                    <a:pt x="70" y="416"/>
                  </a:lnTo>
                  <a:lnTo>
                    <a:pt x="50" y="392"/>
                  </a:lnTo>
                  <a:lnTo>
                    <a:pt x="49" y="392"/>
                  </a:lnTo>
                  <a:lnTo>
                    <a:pt x="49" y="391"/>
                  </a:lnTo>
                  <a:lnTo>
                    <a:pt x="49" y="391"/>
                  </a:lnTo>
                  <a:lnTo>
                    <a:pt x="47" y="389"/>
                  </a:lnTo>
                  <a:lnTo>
                    <a:pt x="47" y="389"/>
                  </a:lnTo>
                  <a:lnTo>
                    <a:pt x="47" y="387"/>
                  </a:lnTo>
                  <a:lnTo>
                    <a:pt x="43" y="381"/>
                  </a:lnTo>
                  <a:lnTo>
                    <a:pt x="38" y="375"/>
                  </a:lnTo>
                  <a:lnTo>
                    <a:pt x="35" y="371"/>
                  </a:lnTo>
                  <a:lnTo>
                    <a:pt x="35" y="366"/>
                  </a:lnTo>
                  <a:lnTo>
                    <a:pt x="37" y="360"/>
                  </a:lnTo>
                  <a:lnTo>
                    <a:pt x="40" y="355"/>
                  </a:lnTo>
                  <a:lnTo>
                    <a:pt x="67" y="328"/>
                  </a:lnTo>
                  <a:lnTo>
                    <a:pt x="62" y="319"/>
                  </a:lnTo>
                  <a:lnTo>
                    <a:pt x="59" y="310"/>
                  </a:lnTo>
                  <a:lnTo>
                    <a:pt x="21" y="310"/>
                  </a:lnTo>
                  <a:lnTo>
                    <a:pt x="17" y="310"/>
                  </a:lnTo>
                  <a:lnTo>
                    <a:pt x="12" y="308"/>
                  </a:lnTo>
                  <a:lnTo>
                    <a:pt x="9" y="305"/>
                  </a:lnTo>
                  <a:lnTo>
                    <a:pt x="6" y="302"/>
                  </a:lnTo>
                  <a:lnTo>
                    <a:pt x="5" y="298"/>
                  </a:lnTo>
                  <a:lnTo>
                    <a:pt x="0" y="264"/>
                  </a:lnTo>
                  <a:lnTo>
                    <a:pt x="0" y="224"/>
                  </a:lnTo>
                  <a:lnTo>
                    <a:pt x="5" y="192"/>
                  </a:lnTo>
                  <a:lnTo>
                    <a:pt x="6" y="188"/>
                  </a:lnTo>
                  <a:lnTo>
                    <a:pt x="9" y="185"/>
                  </a:lnTo>
                  <a:lnTo>
                    <a:pt x="12" y="182"/>
                  </a:lnTo>
                  <a:lnTo>
                    <a:pt x="17" y="180"/>
                  </a:lnTo>
                  <a:lnTo>
                    <a:pt x="21" y="180"/>
                  </a:lnTo>
                  <a:lnTo>
                    <a:pt x="59" y="180"/>
                  </a:lnTo>
                  <a:lnTo>
                    <a:pt x="62" y="173"/>
                  </a:lnTo>
                  <a:lnTo>
                    <a:pt x="64" y="166"/>
                  </a:lnTo>
                  <a:lnTo>
                    <a:pt x="67" y="160"/>
                  </a:lnTo>
                  <a:lnTo>
                    <a:pt x="40" y="133"/>
                  </a:lnTo>
                  <a:lnTo>
                    <a:pt x="37" y="130"/>
                  </a:lnTo>
                  <a:lnTo>
                    <a:pt x="35" y="125"/>
                  </a:lnTo>
                  <a:lnTo>
                    <a:pt x="35" y="122"/>
                  </a:lnTo>
                  <a:lnTo>
                    <a:pt x="37" y="118"/>
                  </a:lnTo>
                  <a:lnTo>
                    <a:pt x="38" y="113"/>
                  </a:lnTo>
                  <a:lnTo>
                    <a:pt x="41" y="109"/>
                  </a:lnTo>
                  <a:lnTo>
                    <a:pt x="44" y="102"/>
                  </a:lnTo>
                  <a:lnTo>
                    <a:pt x="49" y="98"/>
                  </a:lnTo>
                  <a:lnTo>
                    <a:pt x="72" y="72"/>
                  </a:lnTo>
                  <a:lnTo>
                    <a:pt x="98" y="49"/>
                  </a:lnTo>
                  <a:lnTo>
                    <a:pt x="104" y="45"/>
                  </a:lnTo>
                  <a:lnTo>
                    <a:pt x="111" y="38"/>
                  </a:lnTo>
                  <a:lnTo>
                    <a:pt x="117" y="37"/>
                  </a:lnTo>
                  <a:lnTo>
                    <a:pt x="122" y="37"/>
                  </a:lnTo>
                  <a:lnTo>
                    <a:pt x="128" y="38"/>
                  </a:lnTo>
                  <a:lnTo>
                    <a:pt x="133" y="42"/>
                  </a:lnTo>
                  <a:lnTo>
                    <a:pt x="160" y="69"/>
                  </a:lnTo>
                  <a:lnTo>
                    <a:pt x="169" y="64"/>
                  </a:lnTo>
                  <a:lnTo>
                    <a:pt x="178" y="60"/>
                  </a:lnTo>
                  <a:lnTo>
                    <a:pt x="178" y="22"/>
                  </a:lnTo>
                  <a:lnTo>
                    <a:pt x="180" y="17"/>
                  </a:lnTo>
                  <a:lnTo>
                    <a:pt x="181" y="13"/>
                  </a:lnTo>
                  <a:lnTo>
                    <a:pt x="186" y="8"/>
                  </a:lnTo>
                  <a:lnTo>
                    <a:pt x="191" y="6"/>
                  </a:lnTo>
                  <a:lnTo>
                    <a:pt x="207" y="3"/>
                  </a:lnTo>
                  <a:lnTo>
                    <a:pt x="224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1A3673"/>
                </a:solidFill>
                <a:latin typeface="Elevance Sans"/>
              </a:endParaRPr>
            </a:p>
          </p:txBody>
        </p:sp>
        <p:sp>
          <p:nvSpPr>
            <p:cNvPr id="1042" name="Freeform 40">
              <a:extLst>
                <a:ext uri="{FF2B5EF4-FFF2-40B4-BE49-F238E27FC236}">
                  <a16:creationId xmlns:a16="http://schemas.microsoft.com/office/drawing/2014/main" id="{3AC85465-D364-A8D7-8941-FB0F24E001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6639" y="1499954"/>
              <a:ext cx="228296" cy="226376"/>
            </a:xfrm>
            <a:custGeom>
              <a:avLst/>
              <a:gdLst>
                <a:gd name="T0" fmla="*/ 81 w 238"/>
                <a:gd name="T1" fmla="*/ 149 h 236"/>
                <a:gd name="T2" fmla="*/ 85 w 238"/>
                <a:gd name="T3" fmla="*/ 161 h 236"/>
                <a:gd name="T4" fmla="*/ 98 w 238"/>
                <a:gd name="T5" fmla="*/ 158 h 236"/>
                <a:gd name="T6" fmla="*/ 119 w 238"/>
                <a:gd name="T7" fmla="*/ 163 h 236"/>
                <a:gd name="T8" fmla="*/ 140 w 238"/>
                <a:gd name="T9" fmla="*/ 158 h 236"/>
                <a:gd name="T10" fmla="*/ 152 w 238"/>
                <a:gd name="T11" fmla="*/ 161 h 236"/>
                <a:gd name="T12" fmla="*/ 159 w 238"/>
                <a:gd name="T13" fmla="*/ 149 h 236"/>
                <a:gd name="T14" fmla="*/ 145 w 238"/>
                <a:gd name="T15" fmla="*/ 143 h 236"/>
                <a:gd name="T16" fmla="*/ 125 w 238"/>
                <a:gd name="T17" fmla="*/ 145 h 236"/>
                <a:gd name="T18" fmla="*/ 113 w 238"/>
                <a:gd name="T19" fmla="*/ 145 h 236"/>
                <a:gd name="T20" fmla="*/ 93 w 238"/>
                <a:gd name="T21" fmla="*/ 143 h 236"/>
                <a:gd name="T22" fmla="*/ 82 w 238"/>
                <a:gd name="T23" fmla="*/ 111 h 236"/>
                <a:gd name="T24" fmla="*/ 82 w 238"/>
                <a:gd name="T25" fmla="*/ 125 h 236"/>
                <a:gd name="T26" fmla="*/ 96 w 238"/>
                <a:gd name="T27" fmla="*/ 126 h 236"/>
                <a:gd name="T28" fmla="*/ 125 w 238"/>
                <a:gd name="T29" fmla="*/ 128 h 236"/>
                <a:gd name="T30" fmla="*/ 137 w 238"/>
                <a:gd name="T31" fmla="*/ 123 h 236"/>
                <a:gd name="T32" fmla="*/ 149 w 238"/>
                <a:gd name="T33" fmla="*/ 128 h 236"/>
                <a:gd name="T34" fmla="*/ 159 w 238"/>
                <a:gd name="T35" fmla="*/ 119 h 236"/>
                <a:gd name="T36" fmla="*/ 149 w 238"/>
                <a:gd name="T37" fmla="*/ 108 h 236"/>
                <a:gd name="T38" fmla="*/ 137 w 238"/>
                <a:gd name="T39" fmla="*/ 113 h 236"/>
                <a:gd name="T40" fmla="*/ 125 w 238"/>
                <a:gd name="T41" fmla="*/ 108 h 236"/>
                <a:gd name="T42" fmla="*/ 96 w 238"/>
                <a:gd name="T43" fmla="*/ 111 h 236"/>
                <a:gd name="T44" fmla="*/ 85 w 238"/>
                <a:gd name="T45" fmla="*/ 75 h 236"/>
                <a:gd name="T46" fmla="*/ 81 w 238"/>
                <a:gd name="T47" fmla="*/ 87 h 236"/>
                <a:gd name="T48" fmla="*/ 93 w 238"/>
                <a:gd name="T49" fmla="*/ 93 h 236"/>
                <a:gd name="T50" fmla="*/ 102 w 238"/>
                <a:gd name="T51" fmla="*/ 91 h 236"/>
                <a:gd name="T52" fmla="*/ 116 w 238"/>
                <a:gd name="T53" fmla="*/ 91 h 236"/>
                <a:gd name="T54" fmla="*/ 145 w 238"/>
                <a:gd name="T55" fmla="*/ 93 h 236"/>
                <a:gd name="T56" fmla="*/ 159 w 238"/>
                <a:gd name="T57" fmla="*/ 87 h 236"/>
                <a:gd name="T58" fmla="*/ 152 w 238"/>
                <a:gd name="T59" fmla="*/ 75 h 236"/>
                <a:gd name="T60" fmla="*/ 140 w 238"/>
                <a:gd name="T61" fmla="*/ 79 h 236"/>
                <a:gd name="T62" fmla="*/ 110 w 238"/>
                <a:gd name="T63" fmla="*/ 75 h 236"/>
                <a:gd name="T64" fmla="*/ 98 w 238"/>
                <a:gd name="T65" fmla="*/ 79 h 236"/>
                <a:gd name="T66" fmla="*/ 64 w 238"/>
                <a:gd name="T67" fmla="*/ 53 h 236"/>
                <a:gd name="T68" fmla="*/ 59 w 238"/>
                <a:gd name="T69" fmla="*/ 172 h 236"/>
                <a:gd name="T70" fmla="*/ 55 w 238"/>
                <a:gd name="T71" fmla="*/ 180 h 236"/>
                <a:gd name="T72" fmla="*/ 181 w 238"/>
                <a:gd name="T73" fmla="*/ 181 h 236"/>
                <a:gd name="T74" fmla="*/ 181 w 238"/>
                <a:gd name="T75" fmla="*/ 174 h 236"/>
                <a:gd name="T76" fmla="*/ 177 w 238"/>
                <a:gd name="T77" fmla="*/ 55 h 236"/>
                <a:gd name="T78" fmla="*/ 169 w 238"/>
                <a:gd name="T79" fmla="*/ 59 h 236"/>
                <a:gd name="T80" fmla="*/ 69 w 238"/>
                <a:gd name="T81" fmla="*/ 56 h 236"/>
                <a:gd name="T82" fmla="*/ 119 w 238"/>
                <a:gd name="T83" fmla="*/ 0 h 236"/>
                <a:gd name="T84" fmla="*/ 223 w 238"/>
                <a:gd name="T85" fmla="*/ 58 h 236"/>
                <a:gd name="T86" fmla="*/ 223 w 238"/>
                <a:gd name="T87" fmla="*/ 178 h 236"/>
                <a:gd name="T88" fmla="*/ 119 w 238"/>
                <a:gd name="T89" fmla="*/ 236 h 236"/>
                <a:gd name="T90" fmla="*/ 35 w 238"/>
                <a:gd name="T91" fmla="*/ 203 h 236"/>
                <a:gd name="T92" fmla="*/ 0 w 238"/>
                <a:gd name="T93" fmla="*/ 119 h 236"/>
                <a:gd name="T94" fmla="*/ 59 w 238"/>
                <a:gd name="T95" fmla="*/ 17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" h="236">
                  <a:moveTo>
                    <a:pt x="90" y="143"/>
                  </a:moveTo>
                  <a:lnTo>
                    <a:pt x="85" y="143"/>
                  </a:lnTo>
                  <a:lnTo>
                    <a:pt x="82" y="146"/>
                  </a:lnTo>
                  <a:lnTo>
                    <a:pt x="81" y="149"/>
                  </a:lnTo>
                  <a:lnTo>
                    <a:pt x="79" y="152"/>
                  </a:lnTo>
                  <a:lnTo>
                    <a:pt x="81" y="157"/>
                  </a:lnTo>
                  <a:lnTo>
                    <a:pt x="82" y="160"/>
                  </a:lnTo>
                  <a:lnTo>
                    <a:pt x="85" y="161"/>
                  </a:lnTo>
                  <a:lnTo>
                    <a:pt x="90" y="163"/>
                  </a:lnTo>
                  <a:lnTo>
                    <a:pt x="93" y="161"/>
                  </a:lnTo>
                  <a:lnTo>
                    <a:pt x="96" y="160"/>
                  </a:lnTo>
                  <a:lnTo>
                    <a:pt x="98" y="158"/>
                  </a:lnTo>
                  <a:lnTo>
                    <a:pt x="110" y="158"/>
                  </a:lnTo>
                  <a:lnTo>
                    <a:pt x="113" y="160"/>
                  </a:lnTo>
                  <a:lnTo>
                    <a:pt x="116" y="161"/>
                  </a:lnTo>
                  <a:lnTo>
                    <a:pt x="119" y="163"/>
                  </a:lnTo>
                  <a:lnTo>
                    <a:pt x="122" y="161"/>
                  </a:lnTo>
                  <a:lnTo>
                    <a:pt x="125" y="160"/>
                  </a:lnTo>
                  <a:lnTo>
                    <a:pt x="128" y="158"/>
                  </a:lnTo>
                  <a:lnTo>
                    <a:pt x="140" y="158"/>
                  </a:lnTo>
                  <a:lnTo>
                    <a:pt x="142" y="160"/>
                  </a:lnTo>
                  <a:lnTo>
                    <a:pt x="145" y="161"/>
                  </a:lnTo>
                  <a:lnTo>
                    <a:pt x="149" y="163"/>
                  </a:lnTo>
                  <a:lnTo>
                    <a:pt x="152" y="161"/>
                  </a:lnTo>
                  <a:lnTo>
                    <a:pt x="156" y="160"/>
                  </a:lnTo>
                  <a:lnTo>
                    <a:pt x="159" y="157"/>
                  </a:lnTo>
                  <a:lnTo>
                    <a:pt x="159" y="152"/>
                  </a:lnTo>
                  <a:lnTo>
                    <a:pt x="159" y="149"/>
                  </a:lnTo>
                  <a:lnTo>
                    <a:pt x="156" y="146"/>
                  </a:lnTo>
                  <a:lnTo>
                    <a:pt x="152" y="143"/>
                  </a:lnTo>
                  <a:lnTo>
                    <a:pt x="149" y="143"/>
                  </a:lnTo>
                  <a:lnTo>
                    <a:pt x="145" y="143"/>
                  </a:lnTo>
                  <a:lnTo>
                    <a:pt x="142" y="145"/>
                  </a:lnTo>
                  <a:lnTo>
                    <a:pt x="140" y="148"/>
                  </a:lnTo>
                  <a:lnTo>
                    <a:pt x="128" y="148"/>
                  </a:lnTo>
                  <a:lnTo>
                    <a:pt x="125" y="145"/>
                  </a:lnTo>
                  <a:lnTo>
                    <a:pt x="122" y="143"/>
                  </a:lnTo>
                  <a:lnTo>
                    <a:pt x="119" y="143"/>
                  </a:lnTo>
                  <a:lnTo>
                    <a:pt x="116" y="143"/>
                  </a:lnTo>
                  <a:lnTo>
                    <a:pt x="113" y="145"/>
                  </a:lnTo>
                  <a:lnTo>
                    <a:pt x="110" y="148"/>
                  </a:lnTo>
                  <a:lnTo>
                    <a:pt x="98" y="148"/>
                  </a:lnTo>
                  <a:lnTo>
                    <a:pt x="96" y="145"/>
                  </a:lnTo>
                  <a:lnTo>
                    <a:pt x="93" y="143"/>
                  </a:lnTo>
                  <a:lnTo>
                    <a:pt x="90" y="143"/>
                  </a:lnTo>
                  <a:close/>
                  <a:moveTo>
                    <a:pt x="90" y="108"/>
                  </a:moveTo>
                  <a:lnTo>
                    <a:pt x="85" y="110"/>
                  </a:lnTo>
                  <a:lnTo>
                    <a:pt x="82" y="111"/>
                  </a:lnTo>
                  <a:lnTo>
                    <a:pt x="81" y="114"/>
                  </a:lnTo>
                  <a:lnTo>
                    <a:pt x="79" y="119"/>
                  </a:lnTo>
                  <a:lnTo>
                    <a:pt x="81" y="122"/>
                  </a:lnTo>
                  <a:lnTo>
                    <a:pt x="82" y="125"/>
                  </a:lnTo>
                  <a:lnTo>
                    <a:pt x="85" y="128"/>
                  </a:lnTo>
                  <a:lnTo>
                    <a:pt x="90" y="128"/>
                  </a:lnTo>
                  <a:lnTo>
                    <a:pt x="93" y="128"/>
                  </a:lnTo>
                  <a:lnTo>
                    <a:pt x="96" y="126"/>
                  </a:lnTo>
                  <a:lnTo>
                    <a:pt x="98" y="123"/>
                  </a:lnTo>
                  <a:lnTo>
                    <a:pt x="120" y="123"/>
                  </a:lnTo>
                  <a:lnTo>
                    <a:pt x="122" y="126"/>
                  </a:lnTo>
                  <a:lnTo>
                    <a:pt x="125" y="128"/>
                  </a:lnTo>
                  <a:lnTo>
                    <a:pt x="130" y="128"/>
                  </a:lnTo>
                  <a:lnTo>
                    <a:pt x="133" y="128"/>
                  </a:lnTo>
                  <a:lnTo>
                    <a:pt x="136" y="126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2" y="126"/>
                  </a:lnTo>
                  <a:lnTo>
                    <a:pt x="145" y="128"/>
                  </a:lnTo>
                  <a:lnTo>
                    <a:pt x="149" y="128"/>
                  </a:lnTo>
                  <a:lnTo>
                    <a:pt x="152" y="128"/>
                  </a:lnTo>
                  <a:lnTo>
                    <a:pt x="156" y="125"/>
                  </a:lnTo>
                  <a:lnTo>
                    <a:pt x="159" y="122"/>
                  </a:lnTo>
                  <a:lnTo>
                    <a:pt x="159" y="119"/>
                  </a:lnTo>
                  <a:lnTo>
                    <a:pt x="159" y="114"/>
                  </a:lnTo>
                  <a:lnTo>
                    <a:pt x="156" y="111"/>
                  </a:lnTo>
                  <a:lnTo>
                    <a:pt x="152" y="110"/>
                  </a:lnTo>
                  <a:lnTo>
                    <a:pt x="149" y="108"/>
                  </a:lnTo>
                  <a:lnTo>
                    <a:pt x="145" y="108"/>
                  </a:lnTo>
                  <a:lnTo>
                    <a:pt x="142" y="111"/>
                  </a:lnTo>
                  <a:lnTo>
                    <a:pt x="140" y="113"/>
                  </a:lnTo>
                  <a:lnTo>
                    <a:pt x="137" y="113"/>
                  </a:lnTo>
                  <a:lnTo>
                    <a:pt x="136" y="111"/>
                  </a:lnTo>
                  <a:lnTo>
                    <a:pt x="133" y="108"/>
                  </a:lnTo>
                  <a:lnTo>
                    <a:pt x="130" y="108"/>
                  </a:lnTo>
                  <a:lnTo>
                    <a:pt x="125" y="108"/>
                  </a:lnTo>
                  <a:lnTo>
                    <a:pt x="122" y="111"/>
                  </a:lnTo>
                  <a:lnTo>
                    <a:pt x="120" y="113"/>
                  </a:lnTo>
                  <a:lnTo>
                    <a:pt x="98" y="113"/>
                  </a:lnTo>
                  <a:lnTo>
                    <a:pt x="96" y="111"/>
                  </a:lnTo>
                  <a:lnTo>
                    <a:pt x="93" y="108"/>
                  </a:lnTo>
                  <a:lnTo>
                    <a:pt x="90" y="108"/>
                  </a:lnTo>
                  <a:close/>
                  <a:moveTo>
                    <a:pt x="90" y="75"/>
                  </a:moveTo>
                  <a:lnTo>
                    <a:pt x="85" y="75"/>
                  </a:lnTo>
                  <a:lnTo>
                    <a:pt x="82" y="76"/>
                  </a:lnTo>
                  <a:lnTo>
                    <a:pt x="81" y="79"/>
                  </a:lnTo>
                  <a:lnTo>
                    <a:pt x="79" y="84"/>
                  </a:lnTo>
                  <a:lnTo>
                    <a:pt x="81" y="87"/>
                  </a:lnTo>
                  <a:lnTo>
                    <a:pt x="82" y="90"/>
                  </a:lnTo>
                  <a:lnTo>
                    <a:pt x="85" y="93"/>
                  </a:lnTo>
                  <a:lnTo>
                    <a:pt x="90" y="93"/>
                  </a:lnTo>
                  <a:lnTo>
                    <a:pt x="93" y="93"/>
                  </a:lnTo>
                  <a:lnTo>
                    <a:pt x="96" y="91"/>
                  </a:lnTo>
                  <a:lnTo>
                    <a:pt x="98" y="88"/>
                  </a:lnTo>
                  <a:lnTo>
                    <a:pt x="101" y="88"/>
                  </a:lnTo>
                  <a:lnTo>
                    <a:pt x="102" y="91"/>
                  </a:lnTo>
                  <a:lnTo>
                    <a:pt x="105" y="93"/>
                  </a:lnTo>
                  <a:lnTo>
                    <a:pt x="110" y="93"/>
                  </a:lnTo>
                  <a:lnTo>
                    <a:pt x="113" y="93"/>
                  </a:lnTo>
                  <a:lnTo>
                    <a:pt x="116" y="91"/>
                  </a:lnTo>
                  <a:lnTo>
                    <a:pt x="117" y="88"/>
                  </a:lnTo>
                  <a:lnTo>
                    <a:pt x="140" y="88"/>
                  </a:lnTo>
                  <a:lnTo>
                    <a:pt x="142" y="91"/>
                  </a:lnTo>
                  <a:lnTo>
                    <a:pt x="145" y="93"/>
                  </a:lnTo>
                  <a:lnTo>
                    <a:pt x="149" y="93"/>
                  </a:lnTo>
                  <a:lnTo>
                    <a:pt x="152" y="93"/>
                  </a:lnTo>
                  <a:lnTo>
                    <a:pt x="156" y="90"/>
                  </a:lnTo>
                  <a:lnTo>
                    <a:pt x="159" y="87"/>
                  </a:lnTo>
                  <a:lnTo>
                    <a:pt x="159" y="84"/>
                  </a:lnTo>
                  <a:lnTo>
                    <a:pt x="159" y="79"/>
                  </a:lnTo>
                  <a:lnTo>
                    <a:pt x="156" y="76"/>
                  </a:lnTo>
                  <a:lnTo>
                    <a:pt x="152" y="75"/>
                  </a:lnTo>
                  <a:lnTo>
                    <a:pt x="149" y="75"/>
                  </a:lnTo>
                  <a:lnTo>
                    <a:pt x="145" y="75"/>
                  </a:lnTo>
                  <a:lnTo>
                    <a:pt x="142" y="76"/>
                  </a:lnTo>
                  <a:lnTo>
                    <a:pt x="140" y="79"/>
                  </a:lnTo>
                  <a:lnTo>
                    <a:pt x="117" y="79"/>
                  </a:lnTo>
                  <a:lnTo>
                    <a:pt x="116" y="76"/>
                  </a:lnTo>
                  <a:lnTo>
                    <a:pt x="113" y="75"/>
                  </a:lnTo>
                  <a:lnTo>
                    <a:pt x="110" y="75"/>
                  </a:lnTo>
                  <a:lnTo>
                    <a:pt x="105" y="75"/>
                  </a:lnTo>
                  <a:lnTo>
                    <a:pt x="102" y="76"/>
                  </a:lnTo>
                  <a:lnTo>
                    <a:pt x="101" y="79"/>
                  </a:lnTo>
                  <a:lnTo>
                    <a:pt x="98" y="79"/>
                  </a:lnTo>
                  <a:lnTo>
                    <a:pt x="96" y="76"/>
                  </a:lnTo>
                  <a:lnTo>
                    <a:pt x="93" y="75"/>
                  </a:lnTo>
                  <a:lnTo>
                    <a:pt x="90" y="75"/>
                  </a:lnTo>
                  <a:close/>
                  <a:moveTo>
                    <a:pt x="64" y="53"/>
                  </a:moveTo>
                  <a:lnTo>
                    <a:pt x="62" y="55"/>
                  </a:lnTo>
                  <a:lnTo>
                    <a:pt x="61" y="56"/>
                  </a:lnTo>
                  <a:lnTo>
                    <a:pt x="59" y="59"/>
                  </a:lnTo>
                  <a:lnTo>
                    <a:pt x="59" y="172"/>
                  </a:lnTo>
                  <a:lnTo>
                    <a:pt x="58" y="174"/>
                  </a:lnTo>
                  <a:lnTo>
                    <a:pt x="55" y="175"/>
                  </a:lnTo>
                  <a:lnTo>
                    <a:pt x="55" y="178"/>
                  </a:lnTo>
                  <a:lnTo>
                    <a:pt x="55" y="180"/>
                  </a:lnTo>
                  <a:lnTo>
                    <a:pt x="58" y="181"/>
                  </a:lnTo>
                  <a:lnTo>
                    <a:pt x="59" y="183"/>
                  </a:lnTo>
                  <a:lnTo>
                    <a:pt x="178" y="183"/>
                  </a:lnTo>
                  <a:lnTo>
                    <a:pt x="181" y="181"/>
                  </a:lnTo>
                  <a:lnTo>
                    <a:pt x="183" y="180"/>
                  </a:lnTo>
                  <a:lnTo>
                    <a:pt x="183" y="178"/>
                  </a:lnTo>
                  <a:lnTo>
                    <a:pt x="183" y="175"/>
                  </a:lnTo>
                  <a:lnTo>
                    <a:pt x="181" y="174"/>
                  </a:lnTo>
                  <a:lnTo>
                    <a:pt x="178" y="172"/>
                  </a:lnTo>
                  <a:lnTo>
                    <a:pt x="178" y="59"/>
                  </a:lnTo>
                  <a:lnTo>
                    <a:pt x="178" y="56"/>
                  </a:lnTo>
                  <a:lnTo>
                    <a:pt x="177" y="55"/>
                  </a:lnTo>
                  <a:lnTo>
                    <a:pt x="174" y="53"/>
                  </a:lnTo>
                  <a:lnTo>
                    <a:pt x="171" y="55"/>
                  </a:lnTo>
                  <a:lnTo>
                    <a:pt x="169" y="56"/>
                  </a:lnTo>
                  <a:lnTo>
                    <a:pt x="169" y="59"/>
                  </a:lnTo>
                  <a:lnTo>
                    <a:pt x="169" y="172"/>
                  </a:lnTo>
                  <a:lnTo>
                    <a:pt x="70" y="172"/>
                  </a:lnTo>
                  <a:lnTo>
                    <a:pt x="70" y="59"/>
                  </a:lnTo>
                  <a:lnTo>
                    <a:pt x="69" y="56"/>
                  </a:lnTo>
                  <a:lnTo>
                    <a:pt x="67" y="55"/>
                  </a:lnTo>
                  <a:lnTo>
                    <a:pt x="64" y="53"/>
                  </a:lnTo>
                  <a:close/>
                  <a:moveTo>
                    <a:pt x="119" y="0"/>
                  </a:moveTo>
                  <a:lnTo>
                    <a:pt x="119" y="0"/>
                  </a:lnTo>
                  <a:lnTo>
                    <a:pt x="151" y="4"/>
                  </a:lnTo>
                  <a:lnTo>
                    <a:pt x="180" y="17"/>
                  </a:lnTo>
                  <a:lnTo>
                    <a:pt x="203" y="35"/>
                  </a:lnTo>
                  <a:lnTo>
                    <a:pt x="223" y="58"/>
                  </a:lnTo>
                  <a:lnTo>
                    <a:pt x="235" y="87"/>
                  </a:lnTo>
                  <a:lnTo>
                    <a:pt x="238" y="119"/>
                  </a:lnTo>
                  <a:lnTo>
                    <a:pt x="235" y="149"/>
                  </a:lnTo>
                  <a:lnTo>
                    <a:pt x="223" y="178"/>
                  </a:lnTo>
                  <a:lnTo>
                    <a:pt x="203" y="203"/>
                  </a:lnTo>
                  <a:lnTo>
                    <a:pt x="180" y="221"/>
                  </a:lnTo>
                  <a:lnTo>
                    <a:pt x="151" y="233"/>
                  </a:lnTo>
                  <a:lnTo>
                    <a:pt x="119" y="236"/>
                  </a:lnTo>
                  <a:lnTo>
                    <a:pt x="119" y="236"/>
                  </a:lnTo>
                  <a:lnTo>
                    <a:pt x="87" y="233"/>
                  </a:lnTo>
                  <a:lnTo>
                    <a:pt x="59" y="221"/>
                  </a:lnTo>
                  <a:lnTo>
                    <a:pt x="35" y="203"/>
                  </a:lnTo>
                  <a:lnTo>
                    <a:pt x="17" y="178"/>
                  </a:lnTo>
                  <a:lnTo>
                    <a:pt x="5" y="14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5" y="87"/>
                  </a:lnTo>
                  <a:lnTo>
                    <a:pt x="17" y="58"/>
                  </a:lnTo>
                  <a:lnTo>
                    <a:pt x="35" y="35"/>
                  </a:lnTo>
                  <a:lnTo>
                    <a:pt x="59" y="17"/>
                  </a:lnTo>
                  <a:lnTo>
                    <a:pt x="87" y="4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1A3673"/>
                </a:solidFill>
                <a:latin typeface="Elevance Sans"/>
              </a:endParaRPr>
            </a:p>
          </p:txBody>
        </p: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9FE8DDD-D2BB-8BA3-40A8-9AD844A29B74}"/>
              </a:ext>
            </a:extLst>
          </p:cNvPr>
          <p:cNvSpPr txBox="1"/>
          <p:nvPr/>
        </p:nvSpPr>
        <p:spPr>
          <a:xfrm>
            <a:off x="8713044" y="1460589"/>
            <a:ext cx="955965" cy="10810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defRPr/>
            </a:pPr>
            <a:r>
              <a:rPr lang="en-US" sz="1000" b="1" i="1">
                <a:solidFill>
                  <a:prstClr val="black"/>
                </a:solidFill>
                <a:latin typeface="Elevance Sans"/>
              </a:rPr>
              <a:t>TRAVIS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8EDAE80D-9015-3AE3-0214-B2FAFE9749E2}"/>
              </a:ext>
            </a:extLst>
          </p:cNvPr>
          <p:cNvGrpSpPr/>
          <p:nvPr/>
        </p:nvGrpSpPr>
        <p:grpSpPr>
          <a:xfrm flipV="1">
            <a:off x="9514856" y="4788734"/>
            <a:ext cx="310256" cy="310890"/>
            <a:chOff x="9177050" y="1378132"/>
            <a:chExt cx="469060" cy="470020"/>
          </a:xfrm>
          <a:solidFill>
            <a:schemeClr val="accent2"/>
          </a:solidFill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5485A969-528E-1614-BCE0-4230823AD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7050" y="1378132"/>
              <a:ext cx="469060" cy="470020"/>
            </a:xfrm>
            <a:custGeom>
              <a:avLst/>
              <a:gdLst>
                <a:gd name="T0" fmla="*/ 210 w 489"/>
                <a:gd name="T1" fmla="*/ 72 h 490"/>
                <a:gd name="T2" fmla="*/ 165 w 489"/>
                <a:gd name="T3" fmla="*/ 102 h 490"/>
                <a:gd name="T4" fmla="*/ 119 w 489"/>
                <a:gd name="T5" fmla="*/ 74 h 490"/>
                <a:gd name="T6" fmla="*/ 102 w 489"/>
                <a:gd name="T7" fmla="*/ 150 h 490"/>
                <a:gd name="T8" fmla="*/ 85 w 489"/>
                <a:gd name="T9" fmla="*/ 205 h 490"/>
                <a:gd name="T10" fmla="*/ 33 w 489"/>
                <a:gd name="T11" fmla="*/ 223 h 490"/>
                <a:gd name="T12" fmla="*/ 32 w 489"/>
                <a:gd name="T13" fmla="*/ 256 h 490"/>
                <a:gd name="T14" fmla="*/ 76 w 489"/>
                <a:gd name="T15" fmla="*/ 279 h 490"/>
                <a:gd name="T16" fmla="*/ 104 w 489"/>
                <a:gd name="T17" fmla="*/ 328 h 490"/>
                <a:gd name="T18" fmla="*/ 75 w 489"/>
                <a:gd name="T19" fmla="*/ 372 h 490"/>
                <a:gd name="T20" fmla="*/ 145 w 489"/>
                <a:gd name="T21" fmla="*/ 389 h 490"/>
                <a:gd name="T22" fmla="*/ 181 w 489"/>
                <a:gd name="T23" fmla="*/ 394 h 490"/>
                <a:gd name="T24" fmla="*/ 210 w 489"/>
                <a:gd name="T25" fmla="*/ 453 h 490"/>
                <a:gd name="T26" fmla="*/ 267 w 489"/>
                <a:gd name="T27" fmla="*/ 455 h 490"/>
                <a:gd name="T28" fmla="*/ 284 w 489"/>
                <a:gd name="T29" fmla="*/ 403 h 490"/>
                <a:gd name="T30" fmla="*/ 335 w 489"/>
                <a:gd name="T31" fmla="*/ 384 h 490"/>
                <a:gd name="T32" fmla="*/ 370 w 489"/>
                <a:gd name="T33" fmla="*/ 413 h 490"/>
                <a:gd name="T34" fmla="*/ 390 w 489"/>
                <a:gd name="T35" fmla="*/ 343 h 490"/>
                <a:gd name="T36" fmla="*/ 401 w 489"/>
                <a:gd name="T37" fmla="*/ 288 h 490"/>
                <a:gd name="T38" fmla="*/ 454 w 489"/>
                <a:gd name="T39" fmla="*/ 272 h 490"/>
                <a:gd name="T40" fmla="*/ 454 w 489"/>
                <a:gd name="T41" fmla="*/ 212 h 490"/>
                <a:gd name="T42" fmla="*/ 401 w 489"/>
                <a:gd name="T43" fmla="*/ 200 h 490"/>
                <a:gd name="T44" fmla="*/ 390 w 489"/>
                <a:gd name="T45" fmla="*/ 145 h 490"/>
                <a:gd name="T46" fmla="*/ 370 w 489"/>
                <a:gd name="T47" fmla="*/ 77 h 490"/>
                <a:gd name="T48" fmla="*/ 338 w 489"/>
                <a:gd name="T49" fmla="*/ 102 h 490"/>
                <a:gd name="T50" fmla="*/ 288 w 489"/>
                <a:gd name="T51" fmla="*/ 89 h 490"/>
                <a:gd name="T52" fmla="*/ 271 w 489"/>
                <a:gd name="T53" fmla="*/ 35 h 490"/>
                <a:gd name="T54" fmla="*/ 281 w 489"/>
                <a:gd name="T55" fmla="*/ 3 h 490"/>
                <a:gd name="T56" fmla="*/ 308 w 489"/>
                <a:gd name="T57" fmla="*/ 60 h 490"/>
                <a:gd name="T58" fmla="*/ 367 w 489"/>
                <a:gd name="T59" fmla="*/ 37 h 490"/>
                <a:gd name="T60" fmla="*/ 390 w 489"/>
                <a:gd name="T61" fmla="*/ 49 h 490"/>
                <a:gd name="T62" fmla="*/ 439 w 489"/>
                <a:gd name="T63" fmla="*/ 98 h 490"/>
                <a:gd name="T64" fmla="*/ 450 w 489"/>
                <a:gd name="T65" fmla="*/ 113 h 490"/>
                <a:gd name="T66" fmla="*/ 421 w 489"/>
                <a:gd name="T67" fmla="*/ 160 h 490"/>
                <a:gd name="T68" fmla="*/ 474 w 489"/>
                <a:gd name="T69" fmla="*/ 182 h 490"/>
                <a:gd name="T70" fmla="*/ 489 w 489"/>
                <a:gd name="T71" fmla="*/ 244 h 490"/>
                <a:gd name="T72" fmla="*/ 479 w 489"/>
                <a:gd name="T73" fmla="*/ 305 h 490"/>
                <a:gd name="T74" fmla="*/ 421 w 489"/>
                <a:gd name="T75" fmla="*/ 328 h 490"/>
                <a:gd name="T76" fmla="*/ 450 w 489"/>
                <a:gd name="T77" fmla="*/ 375 h 490"/>
                <a:gd name="T78" fmla="*/ 372 w 489"/>
                <a:gd name="T79" fmla="*/ 451 h 490"/>
                <a:gd name="T80" fmla="*/ 319 w 489"/>
                <a:gd name="T81" fmla="*/ 424 h 490"/>
                <a:gd name="T82" fmla="*/ 296 w 489"/>
                <a:gd name="T83" fmla="*/ 483 h 490"/>
                <a:gd name="T84" fmla="*/ 258 w 489"/>
                <a:gd name="T85" fmla="*/ 490 h 490"/>
                <a:gd name="T86" fmla="*/ 183 w 489"/>
                <a:gd name="T87" fmla="*/ 479 h 490"/>
                <a:gd name="T88" fmla="*/ 160 w 489"/>
                <a:gd name="T89" fmla="*/ 419 h 490"/>
                <a:gd name="T90" fmla="*/ 105 w 489"/>
                <a:gd name="T91" fmla="*/ 445 h 490"/>
                <a:gd name="T92" fmla="*/ 70 w 489"/>
                <a:gd name="T93" fmla="*/ 416 h 490"/>
                <a:gd name="T94" fmla="*/ 47 w 489"/>
                <a:gd name="T95" fmla="*/ 389 h 490"/>
                <a:gd name="T96" fmla="*/ 37 w 489"/>
                <a:gd name="T97" fmla="*/ 360 h 490"/>
                <a:gd name="T98" fmla="*/ 17 w 489"/>
                <a:gd name="T99" fmla="*/ 310 h 490"/>
                <a:gd name="T100" fmla="*/ 0 w 489"/>
                <a:gd name="T101" fmla="*/ 224 h 490"/>
                <a:gd name="T102" fmla="*/ 21 w 489"/>
                <a:gd name="T103" fmla="*/ 180 h 490"/>
                <a:gd name="T104" fmla="*/ 37 w 489"/>
                <a:gd name="T105" fmla="*/ 130 h 490"/>
                <a:gd name="T106" fmla="*/ 44 w 489"/>
                <a:gd name="T107" fmla="*/ 102 h 490"/>
                <a:gd name="T108" fmla="*/ 117 w 489"/>
                <a:gd name="T109" fmla="*/ 37 h 490"/>
                <a:gd name="T110" fmla="*/ 178 w 489"/>
                <a:gd name="T111" fmla="*/ 60 h 490"/>
                <a:gd name="T112" fmla="*/ 207 w 489"/>
                <a:gd name="T113" fmla="*/ 3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9" h="490">
                  <a:moveTo>
                    <a:pt x="244" y="32"/>
                  </a:moveTo>
                  <a:lnTo>
                    <a:pt x="227" y="34"/>
                  </a:lnTo>
                  <a:lnTo>
                    <a:pt x="221" y="34"/>
                  </a:lnTo>
                  <a:lnTo>
                    <a:pt x="216" y="35"/>
                  </a:lnTo>
                  <a:lnTo>
                    <a:pt x="210" y="35"/>
                  </a:lnTo>
                  <a:lnTo>
                    <a:pt x="210" y="72"/>
                  </a:lnTo>
                  <a:lnTo>
                    <a:pt x="210" y="78"/>
                  </a:lnTo>
                  <a:lnTo>
                    <a:pt x="207" y="83"/>
                  </a:lnTo>
                  <a:lnTo>
                    <a:pt x="204" y="86"/>
                  </a:lnTo>
                  <a:lnTo>
                    <a:pt x="200" y="89"/>
                  </a:lnTo>
                  <a:lnTo>
                    <a:pt x="181" y="95"/>
                  </a:lnTo>
                  <a:lnTo>
                    <a:pt x="165" y="102"/>
                  </a:lnTo>
                  <a:lnTo>
                    <a:pt x="162" y="104"/>
                  </a:lnTo>
                  <a:lnTo>
                    <a:pt x="157" y="104"/>
                  </a:lnTo>
                  <a:lnTo>
                    <a:pt x="152" y="104"/>
                  </a:lnTo>
                  <a:lnTo>
                    <a:pt x="148" y="102"/>
                  </a:lnTo>
                  <a:lnTo>
                    <a:pt x="145" y="99"/>
                  </a:lnTo>
                  <a:lnTo>
                    <a:pt x="119" y="74"/>
                  </a:lnTo>
                  <a:lnTo>
                    <a:pt x="117" y="75"/>
                  </a:lnTo>
                  <a:lnTo>
                    <a:pt x="94" y="95"/>
                  </a:lnTo>
                  <a:lnTo>
                    <a:pt x="75" y="118"/>
                  </a:lnTo>
                  <a:lnTo>
                    <a:pt x="73" y="119"/>
                  </a:lnTo>
                  <a:lnTo>
                    <a:pt x="99" y="145"/>
                  </a:lnTo>
                  <a:lnTo>
                    <a:pt x="102" y="150"/>
                  </a:lnTo>
                  <a:lnTo>
                    <a:pt x="104" y="156"/>
                  </a:lnTo>
                  <a:lnTo>
                    <a:pt x="104" y="160"/>
                  </a:lnTo>
                  <a:lnTo>
                    <a:pt x="102" y="165"/>
                  </a:lnTo>
                  <a:lnTo>
                    <a:pt x="93" y="182"/>
                  </a:lnTo>
                  <a:lnTo>
                    <a:pt x="87" y="200"/>
                  </a:lnTo>
                  <a:lnTo>
                    <a:pt x="85" y="205"/>
                  </a:lnTo>
                  <a:lnTo>
                    <a:pt x="81" y="209"/>
                  </a:lnTo>
                  <a:lnTo>
                    <a:pt x="76" y="212"/>
                  </a:lnTo>
                  <a:lnTo>
                    <a:pt x="72" y="212"/>
                  </a:lnTo>
                  <a:lnTo>
                    <a:pt x="35" y="212"/>
                  </a:lnTo>
                  <a:lnTo>
                    <a:pt x="33" y="217"/>
                  </a:lnTo>
                  <a:lnTo>
                    <a:pt x="33" y="223"/>
                  </a:lnTo>
                  <a:lnTo>
                    <a:pt x="33" y="227"/>
                  </a:lnTo>
                  <a:lnTo>
                    <a:pt x="32" y="234"/>
                  </a:lnTo>
                  <a:lnTo>
                    <a:pt x="32" y="238"/>
                  </a:lnTo>
                  <a:lnTo>
                    <a:pt x="32" y="244"/>
                  </a:lnTo>
                  <a:lnTo>
                    <a:pt x="32" y="250"/>
                  </a:lnTo>
                  <a:lnTo>
                    <a:pt x="32" y="256"/>
                  </a:lnTo>
                  <a:lnTo>
                    <a:pt x="33" y="261"/>
                  </a:lnTo>
                  <a:lnTo>
                    <a:pt x="33" y="267"/>
                  </a:lnTo>
                  <a:lnTo>
                    <a:pt x="33" y="272"/>
                  </a:lnTo>
                  <a:lnTo>
                    <a:pt x="35" y="278"/>
                  </a:lnTo>
                  <a:lnTo>
                    <a:pt x="72" y="278"/>
                  </a:lnTo>
                  <a:lnTo>
                    <a:pt x="76" y="279"/>
                  </a:lnTo>
                  <a:lnTo>
                    <a:pt x="81" y="281"/>
                  </a:lnTo>
                  <a:lnTo>
                    <a:pt x="85" y="284"/>
                  </a:lnTo>
                  <a:lnTo>
                    <a:pt x="87" y="288"/>
                  </a:lnTo>
                  <a:lnTo>
                    <a:pt x="93" y="307"/>
                  </a:lnTo>
                  <a:lnTo>
                    <a:pt x="102" y="323"/>
                  </a:lnTo>
                  <a:lnTo>
                    <a:pt x="104" y="328"/>
                  </a:lnTo>
                  <a:lnTo>
                    <a:pt x="104" y="334"/>
                  </a:lnTo>
                  <a:lnTo>
                    <a:pt x="102" y="339"/>
                  </a:lnTo>
                  <a:lnTo>
                    <a:pt x="99" y="343"/>
                  </a:lnTo>
                  <a:lnTo>
                    <a:pt x="73" y="369"/>
                  </a:lnTo>
                  <a:lnTo>
                    <a:pt x="75" y="371"/>
                  </a:lnTo>
                  <a:lnTo>
                    <a:pt x="75" y="372"/>
                  </a:lnTo>
                  <a:lnTo>
                    <a:pt x="76" y="372"/>
                  </a:lnTo>
                  <a:lnTo>
                    <a:pt x="94" y="394"/>
                  </a:lnTo>
                  <a:lnTo>
                    <a:pt x="116" y="412"/>
                  </a:lnTo>
                  <a:lnTo>
                    <a:pt x="117" y="413"/>
                  </a:lnTo>
                  <a:lnTo>
                    <a:pt x="119" y="415"/>
                  </a:lnTo>
                  <a:lnTo>
                    <a:pt x="145" y="389"/>
                  </a:lnTo>
                  <a:lnTo>
                    <a:pt x="148" y="386"/>
                  </a:lnTo>
                  <a:lnTo>
                    <a:pt x="152" y="384"/>
                  </a:lnTo>
                  <a:lnTo>
                    <a:pt x="157" y="384"/>
                  </a:lnTo>
                  <a:lnTo>
                    <a:pt x="162" y="384"/>
                  </a:lnTo>
                  <a:lnTo>
                    <a:pt x="165" y="386"/>
                  </a:lnTo>
                  <a:lnTo>
                    <a:pt x="181" y="394"/>
                  </a:lnTo>
                  <a:lnTo>
                    <a:pt x="200" y="400"/>
                  </a:lnTo>
                  <a:lnTo>
                    <a:pt x="204" y="403"/>
                  </a:lnTo>
                  <a:lnTo>
                    <a:pt x="207" y="406"/>
                  </a:lnTo>
                  <a:lnTo>
                    <a:pt x="210" y="410"/>
                  </a:lnTo>
                  <a:lnTo>
                    <a:pt x="210" y="416"/>
                  </a:lnTo>
                  <a:lnTo>
                    <a:pt x="210" y="453"/>
                  </a:lnTo>
                  <a:lnTo>
                    <a:pt x="215" y="453"/>
                  </a:lnTo>
                  <a:lnTo>
                    <a:pt x="220" y="455"/>
                  </a:lnTo>
                  <a:lnTo>
                    <a:pt x="223" y="456"/>
                  </a:lnTo>
                  <a:lnTo>
                    <a:pt x="227" y="456"/>
                  </a:lnTo>
                  <a:lnTo>
                    <a:pt x="261" y="456"/>
                  </a:lnTo>
                  <a:lnTo>
                    <a:pt x="267" y="455"/>
                  </a:lnTo>
                  <a:lnTo>
                    <a:pt x="271" y="453"/>
                  </a:lnTo>
                  <a:lnTo>
                    <a:pt x="276" y="453"/>
                  </a:lnTo>
                  <a:lnTo>
                    <a:pt x="276" y="416"/>
                  </a:lnTo>
                  <a:lnTo>
                    <a:pt x="277" y="410"/>
                  </a:lnTo>
                  <a:lnTo>
                    <a:pt x="279" y="406"/>
                  </a:lnTo>
                  <a:lnTo>
                    <a:pt x="284" y="403"/>
                  </a:lnTo>
                  <a:lnTo>
                    <a:pt x="288" y="400"/>
                  </a:lnTo>
                  <a:lnTo>
                    <a:pt x="306" y="394"/>
                  </a:lnTo>
                  <a:lnTo>
                    <a:pt x="323" y="386"/>
                  </a:lnTo>
                  <a:lnTo>
                    <a:pt x="328" y="384"/>
                  </a:lnTo>
                  <a:lnTo>
                    <a:pt x="331" y="384"/>
                  </a:lnTo>
                  <a:lnTo>
                    <a:pt x="335" y="384"/>
                  </a:lnTo>
                  <a:lnTo>
                    <a:pt x="338" y="386"/>
                  </a:lnTo>
                  <a:lnTo>
                    <a:pt x="342" y="389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70" y="413"/>
                  </a:lnTo>
                  <a:lnTo>
                    <a:pt x="370" y="413"/>
                  </a:lnTo>
                  <a:lnTo>
                    <a:pt x="393" y="394"/>
                  </a:lnTo>
                  <a:lnTo>
                    <a:pt x="415" y="371"/>
                  </a:lnTo>
                  <a:lnTo>
                    <a:pt x="415" y="371"/>
                  </a:lnTo>
                  <a:lnTo>
                    <a:pt x="415" y="369"/>
                  </a:lnTo>
                  <a:lnTo>
                    <a:pt x="416" y="369"/>
                  </a:lnTo>
                  <a:lnTo>
                    <a:pt x="390" y="343"/>
                  </a:lnTo>
                  <a:lnTo>
                    <a:pt x="386" y="339"/>
                  </a:lnTo>
                  <a:lnTo>
                    <a:pt x="384" y="334"/>
                  </a:lnTo>
                  <a:lnTo>
                    <a:pt x="384" y="328"/>
                  </a:lnTo>
                  <a:lnTo>
                    <a:pt x="387" y="323"/>
                  </a:lnTo>
                  <a:lnTo>
                    <a:pt x="395" y="307"/>
                  </a:lnTo>
                  <a:lnTo>
                    <a:pt x="401" y="288"/>
                  </a:lnTo>
                  <a:lnTo>
                    <a:pt x="402" y="284"/>
                  </a:lnTo>
                  <a:lnTo>
                    <a:pt x="406" y="281"/>
                  </a:lnTo>
                  <a:lnTo>
                    <a:pt x="410" y="279"/>
                  </a:lnTo>
                  <a:lnTo>
                    <a:pt x="416" y="278"/>
                  </a:lnTo>
                  <a:lnTo>
                    <a:pt x="454" y="278"/>
                  </a:lnTo>
                  <a:lnTo>
                    <a:pt x="454" y="272"/>
                  </a:lnTo>
                  <a:lnTo>
                    <a:pt x="454" y="267"/>
                  </a:lnTo>
                  <a:lnTo>
                    <a:pt x="456" y="261"/>
                  </a:lnTo>
                  <a:lnTo>
                    <a:pt x="456" y="227"/>
                  </a:lnTo>
                  <a:lnTo>
                    <a:pt x="454" y="223"/>
                  </a:lnTo>
                  <a:lnTo>
                    <a:pt x="454" y="217"/>
                  </a:lnTo>
                  <a:lnTo>
                    <a:pt x="454" y="212"/>
                  </a:lnTo>
                  <a:lnTo>
                    <a:pt x="416" y="212"/>
                  </a:lnTo>
                  <a:lnTo>
                    <a:pt x="412" y="212"/>
                  </a:lnTo>
                  <a:lnTo>
                    <a:pt x="409" y="211"/>
                  </a:lnTo>
                  <a:lnTo>
                    <a:pt x="404" y="208"/>
                  </a:lnTo>
                  <a:lnTo>
                    <a:pt x="402" y="205"/>
                  </a:lnTo>
                  <a:lnTo>
                    <a:pt x="401" y="200"/>
                  </a:lnTo>
                  <a:lnTo>
                    <a:pt x="395" y="182"/>
                  </a:lnTo>
                  <a:lnTo>
                    <a:pt x="387" y="165"/>
                  </a:lnTo>
                  <a:lnTo>
                    <a:pt x="384" y="160"/>
                  </a:lnTo>
                  <a:lnTo>
                    <a:pt x="384" y="156"/>
                  </a:lnTo>
                  <a:lnTo>
                    <a:pt x="386" y="150"/>
                  </a:lnTo>
                  <a:lnTo>
                    <a:pt x="390" y="145"/>
                  </a:lnTo>
                  <a:lnTo>
                    <a:pt x="415" y="119"/>
                  </a:lnTo>
                  <a:lnTo>
                    <a:pt x="413" y="118"/>
                  </a:lnTo>
                  <a:lnTo>
                    <a:pt x="413" y="116"/>
                  </a:lnTo>
                  <a:lnTo>
                    <a:pt x="393" y="95"/>
                  </a:lnTo>
                  <a:lnTo>
                    <a:pt x="374" y="77"/>
                  </a:lnTo>
                  <a:lnTo>
                    <a:pt x="370" y="77"/>
                  </a:lnTo>
                  <a:lnTo>
                    <a:pt x="370" y="77"/>
                  </a:lnTo>
                  <a:lnTo>
                    <a:pt x="370" y="75"/>
                  </a:lnTo>
                  <a:lnTo>
                    <a:pt x="369" y="75"/>
                  </a:lnTo>
                  <a:lnTo>
                    <a:pt x="369" y="74"/>
                  </a:lnTo>
                  <a:lnTo>
                    <a:pt x="342" y="99"/>
                  </a:lnTo>
                  <a:lnTo>
                    <a:pt x="338" y="102"/>
                  </a:lnTo>
                  <a:lnTo>
                    <a:pt x="335" y="104"/>
                  </a:lnTo>
                  <a:lnTo>
                    <a:pt x="331" y="104"/>
                  </a:lnTo>
                  <a:lnTo>
                    <a:pt x="328" y="104"/>
                  </a:lnTo>
                  <a:lnTo>
                    <a:pt x="323" y="102"/>
                  </a:lnTo>
                  <a:lnTo>
                    <a:pt x="306" y="95"/>
                  </a:lnTo>
                  <a:lnTo>
                    <a:pt x="288" y="89"/>
                  </a:lnTo>
                  <a:lnTo>
                    <a:pt x="284" y="86"/>
                  </a:lnTo>
                  <a:lnTo>
                    <a:pt x="279" y="83"/>
                  </a:lnTo>
                  <a:lnTo>
                    <a:pt x="277" y="78"/>
                  </a:lnTo>
                  <a:lnTo>
                    <a:pt x="276" y="72"/>
                  </a:lnTo>
                  <a:lnTo>
                    <a:pt x="276" y="35"/>
                  </a:lnTo>
                  <a:lnTo>
                    <a:pt x="271" y="35"/>
                  </a:lnTo>
                  <a:lnTo>
                    <a:pt x="267" y="34"/>
                  </a:lnTo>
                  <a:lnTo>
                    <a:pt x="261" y="34"/>
                  </a:lnTo>
                  <a:lnTo>
                    <a:pt x="244" y="32"/>
                  </a:lnTo>
                  <a:close/>
                  <a:moveTo>
                    <a:pt x="244" y="0"/>
                  </a:moveTo>
                  <a:lnTo>
                    <a:pt x="262" y="2"/>
                  </a:lnTo>
                  <a:lnTo>
                    <a:pt x="281" y="3"/>
                  </a:lnTo>
                  <a:lnTo>
                    <a:pt x="296" y="6"/>
                  </a:lnTo>
                  <a:lnTo>
                    <a:pt x="302" y="8"/>
                  </a:lnTo>
                  <a:lnTo>
                    <a:pt x="305" y="13"/>
                  </a:lnTo>
                  <a:lnTo>
                    <a:pt x="308" y="17"/>
                  </a:lnTo>
                  <a:lnTo>
                    <a:pt x="308" y="22"/>
                  </a:lnTo>
                  <a:lnTo>
                    <a:pt x="308" y="60"/>
                  </a:lnTo>
                  <a:lnTo>
                    <a:pt x="319" y="64"/>
                  </a:lnTo>
                  <a:lnTo>
                    <a:pt x="328" y="69"/>
                  </a:lnTo>
                  <a:lnTo>
                    <a:pt x="355" y="42"/>
                  </a:lnTo>
                  <a:lnTo>
                    <a:pt x="360" y="38"/>
                  </a:lnTo>
                  <a:lnTo>
                    <a:pt x="363" y="37"/>
                  </a:lnTo>
                  <a:lnTo>
                    <a:pt x="367" y="37"/>
                  </a:lnTo>
                  <a:lnTo>
                    <a:pt x="372" y="37"/>
                  </a:lnTo>
                  <a:lnTo>
                    <a:pt x="375" y="38"/>
                  </a:lnTo>
                  <a:lnTo>
                    <a:pt x="381" y="43"/>
                  </a:lnTo>
                  <a:lnTo>
                    <a:pt x="387" y="48"/>
                  </a:lnTo>
                  <a:lnTo>
                    <a:pt x="390" y="49"/>
                  </a:lnTo>
                  <a:lnTo>
                    <a:pt x="390" y="49"/>
                  </a:lnTo>
                  <a:lnTo>
                    <a:pt x="392" y="51"/>
                  </a:lnTo>
                  <a:lnTo>
                    <a:pt x="392" y="51"/>
                  </a:lnTo>
                  <a:lnTo>
                    <a:pt x="416" y="72"/>
                  </a:lnTo>
                  <a:lnTo>
                    <a:pt x="439" y="96"/>
                  </a:lnTo>
                  <a:lnTo>
                    <a:pt x="439" y="96"/>
                  </a:lnTo>
                  <a:lnTo>
                    <a:pt x="439" y="98"/>
                  </a:lnTo>
                  <a:lnTo>
                    <a:pt x="441" y="98"/>
                  </a:lnTo>
                  <a:lnTo>
                    <a:pt x="441" y="99"/>
                  </a:lnTo>
                  <a:lnTo>
                    <a:pt x="441" y="99"/>
                  </a:lnTo>
                  <a:lnTo>
                    <a:pt x="442" y="101"/>
                  </a:lnTo>
                  <a:lnTo>
                    <a:pt x="445" y="107"/>
                  </a:lnTo>
                  <a:lnTo>
                    <a:pt x="450" y="113"/>
                  </a:lnTo>
                  <a:lnTo>
                    <a:pt x="451" y="118"/>
                  </a:lnTo>
                  <a:lnTo>
                    <a:pt x="451" y="122"/>
                  </a:lnTo>
                  <a:lnTo>
                    <a:pt x="451" y="125"/>
                  </a:lnTo>
                  <a:lnTo>
                    <a:pt x="450" y="130"/>
                  </a:lnTo>
                  <a:lnTo>
                    <a:pt x="448" y="133"/>
                  </a:lnTo>
                  <a:lnTo>
                    <a:pt x="421" y="160"/>
                  </a:lnTo>
                  <a:lnTo>
                    <a:pt x="424" y="166"/>
                  </a:lnTo>
                  <a:lnTo>
                    <a:pt x="425" y="173"/>
                  </a:lnTo>
                  <a:lnTo>
                    <a:pt x="428" y="180"/>
                  </a:lnTo>
                  <a:lnTo>
                    <a:pt x="467" y="180"/>
                  </a:lnTo>
                  <a:lnTo>
                    <a:pt x="471" y="180"/>
                  </a:lnTo>
                  <a:lnTo>
                    <a:pt x="474" y="182"/>
                  </a:lnTo>
                  <a:lnTo>
                    <a:pt x="479" y="185"/>
                  </a:lnTo>
                  <a:lnTo>
                    <a:pt x="482" y="188"/>
                  </a:lnTo>
                  <a:lnTo>
                    <a:pt x="483" y="192"/>
                  </a:lnTo>
                  <a:lnTo>
                    <a:pt x="486" y="209"/>
                  </a:lnTo>
                  <a:lnTo>
                    <a:pt x="489" y="224"/>
                  </a:lnTo>
                  <a:lnTo>
                    <a:pt x="489" y="244"/>
                  </a:lnTo>
                  <a:lnTo>
                    <a:pt x="488" y="250"/>
                  </a:lnTo>
                  <a:lnTo>
                    <a:pt x="488" y="258"/>
                  </a:lnTo>
                  <a:lnTo>
                    <a:pt x="488" y="264"/>
                  </a:lnTo>
                  <a:lnTo>
                    <a:pt x="483" y="298"/>
                  </a:lnTo>
                  <a:lnTo>
                    <a:pt x="482" y="302"/>
                  </a:lnTo>
                  <a:lnTo>
                    <a:pt x="479" y="305"/>
                  </a:lnTo>
                  <a:lnTo>
                    <a:pt x="474" y="308"/>
                  </a:lnTo>
                  <a:lnTo>
                    <a:pt x="471" y="310"/>
                  </a:lnTo>
                  <a:lnTo>
                    <a:pt x="467" y="310"/>
                  </a:lnTo>
                  <a:lnTo>
                    <a:pt x="428" y="310"/>
                  </a:lnTo>
                  <a:lnTo>
                    <a:pt x="424" y="319"/>
                  </a:lnTo>
                  <a:lnTo>
                    <a:pt x="421" y="328"/>
                  </a:lnTo>
                  <a:lnTo>
                    <a:pt x="448" y="355"/>
                  </a:lnTo>
                  <a:lnTo>
                    <a:pt x="450" y="359"/>
                  </a:lnTo>
                  <a:lnTo>
                    <a:pt x="451" y="363"/>
                  </a:lnTo>
                  <a:lnTo>
                    <a:pt x="451" y="368"/>
                  </a:lnTo>
                  <a:lnTo>
                    <a:pt x="451" y="371"/>
                  </a:lnTo>
                  <a:lnTo>
                    <a:pt x="450" y="375"/>
                  </a:lnTo>
                  <a:lnTo>
                    <a:pt x="445" y="383"/>
                  </a:lnTo>
                  <a:lnTo>
                    <a:pt x="441" y="391"/>
                  </a:lnTo>
                  <a:lnTo>
                    <a:pt x="418" y="416"/>
                  </a:lnTo>
                  <a:lnTo>
                    <a:pt x="390" y="439"/>
                  </a:lnTo>
                  <a:lnTo>
                    <a:pt x="375" y="450"/>
                  </a:lnTo>
                  <a:lnTo>
                    <a:pt x="372" y="451"/>
                  </a:lnTo>
                  <a:lnTo>
                    <a:pt x="367" y="451"/>
                  </a:lnTo>
                  <a:lnTo>
                    <a:pt x="363" y="451"/>
                  </a:lnTo>
                  <a:lnTo>
                    <a:pt x="360" y="450"/>
                  </a:lnTo>
                  <a:lnTo>
                    <a:pt x="355" y="447"/>
                  </a:lnTo>
                  <a:lnTo>
                    <a:pt x="328" y="419"/>
                  </a:lnTo>
                  <a:lnTo>
                    <a:pt x="319" y="424"/>
                  </a:lnTo>
                  <a:lnTo>
                    <a:pt x="308" y="429"/>
                  </a:lnTo>
                  <a:lnTo>
                    <a:pt x="308" y="467"/>
                  </a:lnTo>
                  <a:lnTo>
                    <a:pt x="308" y="473"/>
                  </a:lnTo>
                  <a:lnTo>
                    <a:pt x="305" y="477"/>
                  </a:lnTo>
                  <a:lnTo>
                    <a:pt x="302" y="480"/>
                  </a:lnTo>
                  <a:lnTo>
                    <a:pt x="296" y="483"/>
                  </a:lnTo>
                  <a:lnTo>
                    <a:pt x="264" y="488"/>
                  </a:lnTo>
                  <a:lnTo>
                    <a:pt x="264" y="490"/>
                  </a:lnTo>
                  <a:lnTo>
                    <a:pt x="262" y="490"/>
                  </a:lnTo>
                  <a:lnTo>
                    <a:pt x="261" y="490"/>
                  </a:lnTo>
                  <a:lnTo>
                    <a:pt x="259" y="490"/>
                  </a:lnTo>
                  <a:lnTo>
                    <a:pt x="258" y="490"/>
                  </a:lnTo>
                  <a:lnTo>
                    <a:pt x="256" y="490"/>
                  </a:lnTo>
                  <a:lnTo>
                    <a:pt x="224" y="490"/>
                  </a:lnTo>
                  <a:lnTo>
                    <a:pt x="207" y="487"/>
                  </a:lnTo>
                  <a:lnTo>
                    <a:pt x="191" y="483"/>
                  </a:lnTo>
                  <a:lnTo>
                    <a:pt x="186" y="482"/>
                  </a:lnTo>
                  <a:lnTo>
                    <a:pt x="183" y="479"/>
                  </a:lnTo>
                  <a:lnTo>
                    <a:pt x="181" y="476"/>
                  </a:lnTo>
                  <a:lnTo>
                    <a:pt x="180" y="471"/>
                  </a:lnTo>
                  <a:lnTo>
                    <a:pt x="178" y="467"/>
                  </a:lnTo>
                  <a:lnTo>
                    <a:pt x="178" y="429"/>
                  </a:lnTo>
                  <a:lnTo>
                    <a:pt x="169" y="424"/>
                  </a:lnTo>
                  <a:lnTo>
                    <a:pt x="160" y="419"/>
                  </a:lnTo>
                  <a:lnTo>
                    <a:pt x="133" y="447"/>
                  </a:lnTo>
                  <a:lnTo>
                    <a:pt x="128" y="450"/>
                  </a:lnTo>
                  <a:lnTo>
                    <a:pt x="122" y="451"/>
                  </a:lnTo>
                  <a:lnTo>
                    <a:pt x="117" y="451"/>
                  </a:lnTo>
                  <a:lnTo>
                    <a:pt x="111" y="450"/>
                  </a:lnTo>
                  <a:lnTo>
                    <a:pt x="105" y="445"/>
                  </a:lnTo>
                  <a:lnTo>
                    <a:pt x="99" y="441"/>
                  </a:lnTo>
                  <a:lnTo>
                    <a:pt x="98" y="439"/>
                  </a:lnTo>
                  <a:lnTo>
                    <a:pt x="98" y="439"/>
                  </a:lnTo>
                  <a:lnTo>
                    <a:pt x="96" y="438"/>
                  </a:lnTo>
                  <a:lnTo>
                    <a:pt x="94" y="438"/>
                  </a:lnTo>
                  <a:lnTo>
                    <a:pt x="70" y="416"/>
                  </a:lnTo>
                  <a:lnTo>
                    <a:pt x="50" y="392"/>
                  </a:lnTo>
                  <a:lnTo>
                    <a:pt x="49" y="392"/>
                  </a:lnTo>
                  <a:lnTo>
                    <a:pt x="49" y="391"/>
                  </a:lnTo>
                  <a:lnTo>
                    <a:pt x="49" y="391"/>
                  </a:lnTo>
                  <a:lnTo>
                    <a:pt x="47" y="389"/>
                  </a:lnTo>
                  <a:lnTo>
                    <a:pt x="47" y="389"/>
                  </a:lnTo>
                  <a:lnTo>
                    <a:pt x="47" y="387"/>
                  </a:lnTo>
                  <a:lnTo>
                    <a:pt x="43" y="381"/>
                  </a:lnTo>
                  <a:lnTo>
                    <a:pt x="38" y="375"/>
                  </a:lnTo>
                  <a:lnTo>
                    <a:pt x="35" y="371"/>
                  </a:lnTo>
                  <a:lnTo>
                    <a:pt x="35" y="366"/>
                  </a:lnTo>
                  <a:lnTo>
                    <a:pt x="37" y="360"/>
                  </a:lnTo>
                  <a:lnTo>
                    <a:pt x="40" y="355"/>
                  </a:lnTo>
                  <a:lnTo>
                    <a:pt x="67" y="328"/>
                  </a:lnTo>
                  <a:lnTo>
                    <a:pt x="62" y="319"/>
                  </a:lnTo>
                  <a:lnTo>
                    <a:pt x="59" y="310"/>
                  </a:lnTo>
                  <a:lnTo>
                    <a:pt x="21" y="310"/>
                  </a:lnTo>
                  <a:lnTo>
                    <a:pt x="17" y="310"/>
                  </a:lnTo>
                  <a:lnTo>
                    <a:pt x="12" y="308"/>
                  </a:lnTo>
                  <a:lnTo>
                    <a:pt x="9" y="305"/>
                  </a:lnTo>
                  <a:lnTo>
                    <a:pt x="6" y="302"/>
                  </a:lnTo>
                  <a:lnTo>
                    <a:pt x="5" y="298"/>
                  </a:lnTo>
                  <a:lnTo>
                    <a:pt x="0" y="264"/>
                  </a:lnTo>
                  <a:lnTo>
                    <a:pt x="0" y="224"/>
                  </a:lnTo>
                  <a:lnTo>
                    <a:pt x="5" y="192"/>
                  </a:lnTo>
                  <a:lnTo>
                    <a:pt x="6" y="188"/>
                  </a:lnTo>
                  <a:lnTo>
                    <a:pt x="9" y="185"/>
                  </a:lnTo>
                  <a:lnTo>
                    <a:pt x="12" y="182"/>
                  </a:lnTo>
                  <a:lnTo>
                    <a:pt x="17" y="180"/>
                  </a:lnTo>
                  <a:lnTo>
                    <a:pt x="21" y="180"/>
                  </a:lnTo>
                  <a:lnTo>
                    <a:pt x="59" y="180"/>
                  </a:lnTo>
                  <a:lnTo>
                    <a:pt x="62" y="173"/>
                  </a:lnTo>
                  <a:lnTo>
                    <a:pt x="64" y="166"/>
                  </a:lnTo>
                  <a:lnTo>
                    <a:pt x="67" y="160"/>
                  </a:lnTo>
                  <a:lnTo>
                    <a:pt x="40" y="133"/>
                  </a:lnTo>
                  <a:lnTo>
                    <a:pt x="37" y="130"/>
                  </a:lnTo>
                  <a:lnTo>
                    <a:pt x="35" y="125"/>
                  </a:lnTo>
                  <a:lnTo>
                    <a:pt x="35" y="122"/>
                  </a:lnTo>
                  <a:lnTo>
                    <a:pt x="37" y="118"/>
                  </a:lnTo>
                  <a:lnTo>
                    <a:pt x="38" y="113"/>
                  </a:lnTo>
                  <a:lnTo>
                    <a:pt x="41" y="109"/>
                  </a:lnTo>
                  <a:lnTo>
                    <a:pt x="44" y="102"/>
                  </a:lnTo>
                  <a:lnTo>
                    <a:pt x="49" y="98"/>
                  </a:lnTo>
                  <a:lnTo>
                    <a:pt x="72" y="72"/>
                  </a:lnTo>
                  <a:lnTo>
                    <a:pt x="98" y="49"/>
                  </a:lnTo>
                  <a:lnTo>
                    <a:pt x="104" y="45"/>
                  </a:lnTo>
                  <a:lnTo>
                    <a:pt x="111" y="38"/>
                  </a:lnTo>
                  <a:lnTo>
                    <a:pt x="117" y="37"/>
                  </a:lnTo>
                  <a:lnTo>
                    <a:pt x="122" y="37"/>
                  </a:lnTo>
                  <a:lnTo>
                    <a:pt x="128" y="38"/>
                  </a:lnTo>
                  <a:lnTo>
                    <a:pt x="133" y="42"/>
                  </a:lnTo>
                  <a:lnTo>
                    <a:pt x="160" y="69"/>
                  </a:lnTo>
                  <a:lnTo>
                    <a:pt x="169" y="64"/>
                  </a:lnTo>
                  <a:lnTo>
                    <a:pt x="178" y="60"/>
                  </a:lnTo>
                  <a:lnTo>
                    <a:pt x="178" y="22"/>
                  </a:lnTo>
                  <a:lnTo>
                    <a:pt x="180" y="17"/>
                  </a:lnTo>
                  <a:lnTo>
                    <a:pt x="181" y="13"/>
                  </a:lnTo>
                  <a:lnTo>
                    <a:pt x="186" y="8"/>
                  </a:lnTo>
                  <a:lnTo>
                    <a:pt x="191" y="6"/>
                  </a:lnTo>
                  <a:lnTo>
                    <a:pt x="207" y="3"/>
                  </a:lnTo>
                  <a:lnTo>
                    <a:pt x="224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1A3673"/>
                </a:solidFill>
                <a:latin typeface="Elevance Sans"/>
              </a:endParaRPr>
            </a:p>
          </p:txBody>
        </p:sp>
        <p:sp>
          <p:nvSpPr>
            <p:cNvPr id="1047" name="Freeform 40">
              <a:extLst>
                <a:ext uri="{FF2B5EF4-FFF2-40B4-BE49-F238E27FC236}">
                  <a16:creationId xmlns:a16="http://schemas.microsoft.com/office/drawing/2014/main" id="{875F04DA-8329-7755-DE1C-6597F53F04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6639" y="1499954"/>
              <a:ext cx="228296" cy="226376"/>
            </a:xfrm>
            <a:custGeom>
              <a:avLst/>
              <a:gdLst>
                <a:gd name="T0" fmla="*/ 81 w 238"/>
                <a:gd name="T1" fmla="*/ 149 h 236"/>
                <a:gd name="T2" fmla="*/ 85 w 238"/>
                <a:gd name="T3" fmla="*/ 161 h 236"/>
                <a:gd name="T4" fmla="*/ 98 w 238"/>
                <a:gd name="T5" fmla="*/ 158 h 236"/>
                <a:gd name="T6" fmla="*/ 119 w 238"/>
                <a:gd name="T7" fmla="*/ 163 h 236"/>
                <a:gd name="T8" fmla="*/ 140 w 238"/>
                <a:gd name="T9" fmla="*/ 158 h 236"/>
                <a:gd name="T10" fmla="*/ 152 w 238"/>
                <a:gd name="T11" fmla="*/ 161 h 236"/>
                <a:gd name="T12" fmla="*/ 159 w 238"/>
                <a:gd name="T13" fmla="*/ 149 h 236"/>
                <a:gd name="T14" fmla="*/ 145 w 238"/>
                <a:gd name="T15" fmla="*/ 143 h 236"/>
                <a:gd name="T16" fmla="*/ 125 w 238"/>
                <a:gd name="T17" fmla="*/ 145 h 236"/>
                <a:gd name="T18" fmla="*/ 113 w 238"/>
                <a:gd name="T19" fmla="*/ 145 h 236"/>
                <a:gd name="T20" fmla="*/ 93 w 238"/>
                <a:gd name="T21" fmla="*/ 143 h 236"/>
                <a:gd name="T22" fmla="*/ 82 w 238"/>
                <a:gd name="T23" fmla="*/ 111 h 236"/>
                <a:gd name="T24" fmla="*/ 82 w 238"/>
                <a:gd name="T25" fmla="*/ 125 h 236"/>
                <a:gd name="T26" fmla="*/ 96 w 238"/>
                <a:gd name="T27" fmla="*/ 126 h 236"/>
                <a:gd name="T28" fmla="*/ 125 w 238"/>
                <a:gd name="T29" fmla="*/ 128 h 236"/>
                <a:gd name="T30" fmla="*/ 137 w 238"/>
                <a:gd name="T31" fmla="*/ 123 h 236"/>
                <a:gd name="T32" fmla="*/ 149 w 238"/>
                <a:gd name="T33" fmla="*/ 128 h 236"/>
                <a:gd name="T34" fmla="*/ 159 w 238"/>
                <a:gd name="T35" fmla="*/ 119 h 236"/>
                <a:gd name="T36" fmla="*/ 149 w 238"/>
                <a:gd name="T37" fmla="*/ 108 h 236"/>
                <a:gd name="T38" fmla="*/ 137 w 238"/>
                <a:gd name="T39" fmla="*/ 113 h 236"/>
                <a:gd name="T40" fmla="*/ 125 w 238"/>
                <a:gd name="T41" fmla="*/ 108 h 236"/>
                <a:gd name="T42" fmla="*/ 96 w 238"/>
                <a:gd name="T43" fmla="*/ 111 h 236"/>
                <a:gd name="T44" fmla="*/ 85 w 238"/>
                <a:gd name="T45" fmla="*/ 75 h 236"/>
                <a:gd name="T46" fmla="*/ 81 w 238"/>
                <a:gd name="T47" fmla="*/ 87 h 236"/>
                <a:gd name="T48" fmla="*/ 93 w 238"/>
                <a:gd name="T49" fmla="*/ 93 h 236"/>
                <a:gd name="T50" fmla="*/ 102 w 238"/>
                <a:gd name="T51" fmla="*/ 91 h 236"/>
                <a:gd name="T52" fmla="*/ 116 w 238"/>
                <a:gd name="T53" fmla="*/ 91 h 236"/>
                <a:gd name="T54" fmla="*/ 145 w 238"/>
                <a:gd name="T55" fmla="*/ 93 h 236"/>
                <a:gd name="T56" fmla="*/ 159 w 238"/>
                <a:gd name="T57" fmla="*/ 87 h 236"/>
                <a:gd name="T58" fmla="*/ 152 w 238"/>
                <a:gd name="T59" fmla="*/ 75 h 236"/>
                <a:gd name="T60" fmla="*/ 140 w 238"/>
                <a:gd name="T61" fmla="*/ 79 h 236"/>
                <a:gd name="T62" fmla="*/ 110 w 238"/>
                <a:gd name="T63" fmla="*/ 75 h 236"/>
                <a:gd name="T64" fmla="*/ 98 w 238"/>
                <a:gd name="T65" fmla="*/ 79 h 236"/>
                <a:gd name="T66" fmla="*/ 64 w 238"/>
                <a:gd name="T67" fmla="*/ 53 h 236"/>
                <a:gd name="T68" fmla="*/ 59 w 238"/>
                <a:gd name="T69" fmla="*/ 172 h 236"/>
                <a:gd name="T70" fmla="*/ 55 w 238"/>
                <a:gd name="T71" fmla="*/ 180 h 236"/>
                <a:gd name="T72" fmla="*/ 181 w 238"/>
                <a:gd name="T73" fmla="*/ 181 h 236"/>
                <a:gd name="T74" fmla="*/ 181 w 238"/>
                <a:gd name="T75" fmla="*/ 174 h 236"/>
                <a:gd name="T76" fmla="*/ 177 w 238"/>
                <a:gd name="T77" fmla="*/ 55 h 236"/>
                <a:gd name="T78" fmla="*/ 169 w 238"/>
                <a:gd name="T79" fmla="*/ 59 h 236"/>
                <a:gd name="T80" fmla="*/ 69 w 238"/>
                <a:gd name="T81" fmla="*/ 56 h 236"/>
                <a:gd name="T82" fmla="*/ 119 w 238"/>
                <a:gd name="T83" fmla="*/ 0 h 236"/>
                <a:gd name="T84" fmla="*/ 223 w 238"/>
                <a:gd name="T85" fmla="*/ 58 h 236"/>
                <a:gd name="T86" fmla="*/ 223 w 238"/>
                <a:gd name="T87" fmla="*/ 178 h 236"/>
                <a:gd name="T88" fmla="*/ 119 w 238"/>
                <a:gd name="T89" fmla="*/ 236 h 236"/>
                <a:gd name="T90" fmla="*/ 35 w 238"/>
                <a:gd name="T91" fmla="*/ 203 h 236"/>
                <a:gd name="T92" fmla="*/ 0 w 238"/>
                <a:gd name="T93" fmla="*/ 119 h 236"/>
                <a:gd name="T94" fmla="*/ 59 w 238"/>
                <a:gd name="T95" fmla="*/ 17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" h="236">
                  <a:moveTo>
                    <a:pt x="90" y="143"/>
                  </a:moveTo>
                  <a:lnTo>
                    <a:pt x="85" y="143"/>
                  </a:lnTo>
                  <a:lnTo>
                    <a:pt x="82" y="146"/>
                  </a:lnTo>
                  <a:lnTo>
                    <a:pt x="81" y="149"/>
                  </a:lnTo>
                  <a:lnTo>
                    <a:pt x="79" y="152"/>
                  </a:lnTo>
                  <a:lnTo>
                    <a:pt x="81" y="157"/>
                  </a:lnTo>
                  <a:lnTo>
                    <a:pt x="82" y="160"/>
                  </a:lnTo>
                  <a:lnTo>
                    <a:pt x="85" y="161"/>
                  </a:lnTo>
                  <a:lnTo>
                    <a:pt x="90" y="163"/>
                  </a:lnTo>
                  <a:lnTo>
                    <a:pt x="93" y="161"/>
                  </a:lnTo>
                  <a:lnTo>
                    <a:pt x="96" y="160"/>
                  </a:lnTo>
                  <a:lnTo>
                    <a:pt x="98" y="158"/>
                  </a:lnTo>
                  <a:lnTo>
                    <a:pt x="110" y="158"/>
                  </a:lnTo>
                  <a:lnTo>
                    <a:pt x="113" y="160"/>
                  </a:lnTo>
                  <a:lnTo>
                    <a:pt x="116" y="161"/>
                  </a:lnTo>
                  <a:lnTo>
                    <a:pt x="119" y="163"/>
                  </a:lnTo>
                  <a:lnTo>
                    <a:pt x="122" y="161"/>
                  </a:lnTo>
                  <a:lnTo>
                    <a:pt x="125" y="160"/>
                  </a:lnTo>
                  <a:lnTo>
                    <a:pt x="128" y="158"/>
                  </a:lnTo>
                  <a:lnTo>
                    <a:pt x="140" y="158"/>
                  </a:lnTo>
                  <a:lnTo>
                    <a:pt x="142" y="160"/>
                  </a:lnTo>
                  <a:lnTo>
                    <a:pt x="145" y="161"/>
                  </a:lnTo>
                  <a:lnTo>
                    <a:pt x="149" y="163"/>
                  </a:lnTo>
                  <a:lnTo>
                    <a:pt x="152" y="161"/>
                  </a:lnTo>
                  <a:lnTo>
                    <a:pt x="156" y="160"/>
                  </a:lnTo>
                  <a:lnTo>
                    <a:pt x="159" y="157"/>
                  </a:lnTo>
                  <a:lnTo>
                    <a:pt x="159" y="152"/>
                  </a:lnTo>
                  <a:lnTo>
                    <a:pt x="159" y="149"/>
                  </a:lnTo>
                  <a:lnTo>
                    <a:pt x="156" y="146"/>
                  </a:lnTo>
                  <a:lnTo>
                    <a:pt x="152" y="143"/>
                  </a:lnTo>
                  <a:lnTo>
                    <a:pt x="149" y="143"/>
                  </a:lnTo>
                  <a:lnTo>
                    <a:pt x="145" y="143"/>
                  </a:lnTo>
                  <a:lnTo>
                    <a:pt x="142" y="145"/>
                  </a:lnTo>
                  <a:lnTo>
                    <a:pt x="140" y="148"/>
                  </a:lnTo>
                  <a:lnTo>
                    <a:pt x="128" y="148"/>
                  </a:lnTo>
                  <a:lnTo>
                    <a:pt x="125" y="145"/>
                  </a:lnTo>
                  <a:lnTo>
                    <a:pt x="122" y="143"/>
                  </a:lnTo>
                  <a:lnTo>
                    <a:pt x="119" y="143"/>
                  </a:lnTo>
                  <a:lnTo>
                    <a:pt x="116" y="143"/>
                  </a:lnTo>
                  <a:lnTo>
                    <a:pt x="113" y="145"/>
                  </a:lnTo>
                  <a:lnTo>
                    <a:pt x="110" y="148"/>
                  </a:lnTo>
                  <a:lnTo>
                    <a:pt x="98" y="148"/>
                  </a:lnTo>
                  <a:lnTo>
                    <a:pt x="96" y="145"/>
                  </a:lnTo>
                  <a:lnTo>
                    <a:pt x="93" y="143"/>
                  </a:lnTo>
                  <a:lnTo>
                    <a:pt x="90" y="143"/>
                  </a:lnTo>
                  <a:close/>
                  <a:moveTo>
                    <a:pt x="90" y="108"/>
                  </a:moveTo>
                  <a:lnTo>
                    <a:pt x="85" y="110"/>
                  </a:lnTo>
                  <a:lnTo>
                    <a:pt x="82" y="111"/>
                  </a:lnTo>
                  <a:lnTo>
                    <a:pt x="81" y="114"/>
                  </a:lnTo>
                  <a:lnTo>
                    <a:pt x="79" y="119"/>
                  </a:lnTo>
                  <a:lnTo>
                    <a:pt x="81" y="122"/>
                  </a:lnTo>
                  <a:lnTo>
                    <a:pt x="82" y="125"/>
                  </a:lnTo>
                  <a:lnTo>
                    <a:pt x="85" y="128"/>
                  </a:lnTo>
                  <a:lnTo>
                    <a:pt x="90" y="128"/>
                  </a:lnTo>
                  <a:lnTo>
                    <a:pt x="93" y="128"/>
                  </a:lnTo>
                  <a:lnTo>
                    <a:pt x="96" y="126"/>
                  </a:lnTo>
                  <a:lnTo>
                    <a:pt x="98" y="123"/>
                  </a:lnTo>
                  <a:lnTo>
                    <a:pt x="120" y="123"/>
                  </a:lnTo>
                  <a:lnTo>
                    <a:pt x="122" y="126"/>
                  </a:lnTo>
                  <a:lnTo>
                    <a:pt x="125" y="128"/>
                  </a:lnTo>
                  <a:lnTo>
                    <a:pt x="130" y="128"/>
                  </a:lnTo>
                  <a:lnTo>
                    <a:pt x="133" y="128"/>
                  </a:lnTo>
                  <a:lnTo>
                    <a:pt x="136" y="126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2" y="126"/>
                  </a:lnTo>
                  <a:lnTo>
                    <a:pt x="145" y="128"/>
                  </a:lnTo>
                  <a:lnTo>
                    <a:pt x="149" y="128"/>
                  </a:lnTo>
                  <a:lnTo>
                    <a:pt x="152" y="128"/>
                  </a:lnTo>
                  <a:lnTo>
                    <a:pt x="156" y="125"/>
                  </a:lnTo>
                  <a:lnTo>
                    <a:pt x="159" y="122"/>
                  </a:lnTo>
                  <a:lnTo>
                    <a:pt x="159" y="119"/>
                  </a:lnTo>
                  <a:lnTo>
                    <a:pt x="159" y="114"/>
                  </a:lnTo>
                  <a:lnTo>
                    <a:pt x="156" y="111"/>
                  </a:lnTo>
                  <a:lnTo>
                    <a:pt x="152" y="110"/>
                  </a:lnTo>
                  <a:lnTo>
                    <a:pt x="149" y="108"/>
                  </a:lnTo>
                  <a:lnTo>
                    <a:pt x="145" y="108"/>
                  </a:lnTo>
                  <a:lnTo>
                    <a:pt x="142" y="111"/>
                  </a:lnTo>
                  <a:lnTo>
                    <a:pt x="140" y="113"/>
                  </a:lnTo>
                  <a:lnTo>
                    <a:pt x="137" y="113"/>
                  </a:lnTo>
                  <a:lnTo>
                    <a:pt x="136" y="111"/>
                  </a:lnTo>
                  <a:lnTo>
                    <a:pt x="133" y="108"/>
                  </a:lnTo>
                  <a:lnTo>
                    <a:pt x="130" y="108"/>
                  </a:lnTo>
                  <a:lnTo>
                    <a:pt x="125" y="108"/>
                  </a:lnTo>
                  <a:lnTo>
                    <a:pt x="122" y="111"/>
                  </a:lnTo>
                  <a:lnTo>
                    <a:pt x="120" y="113"/>
                  </a:lnTo>
                  <a:lnTo>
                    <a:pt x="98" y="113"/>
                  </a:lnTo>
                  <a:lnTo>
                    <a:pt x="96" y="111"/>
                  </a:lnTo>
                  <a:lnTo>
                    <a:pt x="93" y="108"/>
                  </a:lnTo>
                  <a:lnTo>
                    <a:pt x="90" y="108"/>
                  </a:lnTo>
                  <a:close/>
                  <a:moveTo>
                    <a:pt x="90" y="75"/>
                  </a:moveTo>
                  <a:lnTo>
                    <a:pt x="85" y="75"/>
                  </a:lnTo>
                  <a:lnTo>
                    <a:pt x="82" y="76"/>
                  </a:lnTo>
                  <a:lnTo>
                    <a:pt x="81" y="79"/>
                  </a:lnTo>
                  <a:lnTo>
                    <a:pt x="79" y="84"/>
                  </a:lnTo>
                  <a:lnTo>
                    <a:pt x="81" y="87"/>
                  </a:lnTo>
                  <a:lnTo>
                    <a:pt x="82" y="90"/>
                  </a:lnTo>
                  <a:lnTo>
                    <a:pt x="85" y="93"/>
                  </a:lnTo>
                  <a:lnTo>
                    <a:pt x="90" y="93"/>
                  </a:lnTo>
                  <a:lnTo>
                    <a:pt x="93" y="93"/>
                  </a:lnTo>
                  <a:lnTo>
                    <a:pt x="96" y="91"/>
                  </a:lnTo>
                  <a:lnTo>
                    <a:pt x="98" y="88"/>
                  </a:lnTo>
                  <a:lnTo>
                    <a:pt x="101" y="88"/>
                  </a:lnTo>
                  <a:lnTo>
                    <a:pt x="102" y="91"/>
                  </a:lnTo>
                  <a:lnTo>
                    <a:pt x="105" y="93"/>
                  </a:lnTo>
                  <a:lnTo>
                    <a:pt x="110" y="93"/>
                  </a:lnTo>
                  <a:lnTo>
                    <a:pt x="113" y="93"/>
                  </a:lnTo>
                  <a:lnTo>
                    <a:pt x="116" y="91"/>
                  </a:lnTo>
                  <a:lnTo>
                    <a:pt x="117" y="88"/>
                  </a:lnTo>
                  <a:lnTo>
                    <a:pt x="140" y="88"/>
                  </a:lnTo>
                  <a:lnTo>
                    <a:pt x="142" y="91"/>
                  </a:lnTo>
                  <a:lnTo>
                    <a:pt x="145" y="93"/>
                  </a:lnTo>
                  <a:lnTo>
                    <a:pt x="149" y="93"/>
                  </a:lnTo>
                  <a:lnTo>
                    <a:pt x="152" y="93"/>
                  </a:lnTo>
                  <a:lnTo>
                    <a:pt x="156" y="90"/>
                  </a:lnTo>
                  <a:lnTo>
                    <a:pt x="159" y="87"/>
                  </a:lnTo>
                  <a:lnTo>
                    <a:pt x="159" y="84"/>
                  </a:lnTo>
                  <a:lnTo>
                    <a:pt x="159" y="79"/>
                  </a:lnTo>
                  <a:lnTo>
                    <a:pt x="156" y="76"/>
                  </a:lnTo>
                  <a:lnTo>
                    <a:pt x="152" y="75"/>
                  </a:lnTo>
                  <a:lnTo>
                    <a:pt x="149" y="75"/>
                  </a:lnTo>
                  <a:lnTo>
                    <a:pt x="145" y="75"/>
                  </a:lnTo>
                  <a:lnTo>
                    <a:pt x="142" y="76"/>
                  </a:lnTo>
                  <a:lnTo>
                    <a:pt x="140" y="79"/>
                  </a:lnTo>
                  <a:lnTo>
                    <a:pt x="117" y="79"/>
                  </a:lnTo>
                  <a:lnTo>
                    <a:pt x="116" y="76"/>
                  </a:lnTo>
                  <a:lnTo>
                    <a:pt x="113" y="75"/>
                  </a:lnTo>
                  <a:lnTo>
                    <a:pt x="110" y="75"/>
                  </a:lnTo>
                  <a:lnTo>
                    <a:pt x="105" y="75"/>
                  </a:lnTo>
                  <a:lnTo>
                    <a:pt x="102" y="76"/>
                  </a:lnTo>
                  <a:lnTo>
                    <a:pt x="101" y="79"/>
                  </a:lnTo>
                  <a:lnTo>
                    <a:pt x="98" y="79"/>
                  </a:lnTo>
                  <a:lnTo>
                    <a:pt x="96" y="76"/>
                  </a:lnTo>
                  <a:lnTo>
                    <a:pt x="93" y="75"/>
                  </a:lnTo>
                  <a:lnTo>
                    <a:pt x="90" y="75"/>
                  </a:lnTo>
                  <a:close/>
                  <a:moveTo>
                    <a:pt x="64" y="53"/>
                  </a:moveTo>
                  <a:lnTo>
                    <a:pt x="62" y="55"/>
                  </a:lnTo>
                  <a:lnTo>
                    <a:pt x="61" y="56"/>
                  </a:lnTo>
                  <a:lnTo>
                    <a:pt x="59" y="59"/>
                  </a:lnTo>
                  <a:lnTo>
                    <a:pt x="59" y="172"/>
                  </a:lnTo>
                  <a:lnTo>
                    <a:pt x="58" y="174"/>
                  </a:lnTo>
                  <a:lnTo>
                    <a:pt x="55" y="175"/>
                  </a:lnTo>
                  <a:lnTo>
                    <a:pt x="55" y="178"/>
                  </a:lnTo>
                  <a:lnTo>
                    <a:pt x="55" y="180"/>
                  </a:lnTo>
                  <a:lnTo>
                    <a:pt x="58" y="181"/>
                  </a:lnTo>
                  <a:lnTo>
                    <a:pt x="59" y="183"/>
                  </a:lnTo>
                  <a:lnTo>
                    <a:pt x="178" y="183"/>
                  </a:lnTo>
                  <a:lnTo>
                    <a:pt x="181" y="181"/>
                  </a:lnTo>
                  <a:lnTo>
                    <a:pt x="183" y="180"/>
                  </a:lnTo>
                  <a:lnTo>
                    <a:pt x="183" y="178"/>
                  </a:lnTo>
                  <a:lnTo>
                    <a:pt x="183" y="175"/>
                  </a:lnTo>
                  <a:lnTo>
                    <a:pt x="181" y="174"/>
                  </a:lnTo>
                  <a:lnTo>
                    <a:pt x="178" y="172"/>
                  </a:lnTo>
                  <a:lnTo>
                    <a:pt x="178" y="59"/>
                  </a:lnTo>
                  <a:lnTo>
                    <a:pt x="178" y="56"/>
                  </a:lnTo>
                  <a:lnTo>
                    <a:pt x="177" y="55"/>
                  </a:lnTo>
                  <a:lnTo>
                    <a:pt x="174" y="53"/>
                  </a:lnTo>
                  <a:lnTo>
                    <a:pt x="171" y="55"/>
                  </a:lnTo>
                  <a:lnTo>
                    <a:pt x="169" y="56"/>
                  </a:lnTo>
                  <a:lnTo>
                    <a:pt x="169" y="59"/>
                  </a:lnTo>
                  <a:lnTo>
                    <a:pt x="169" y="172"/>
                  </a:lnTo>
                  <a:lnTo>
                    <a:pt x="70" y="172"/>
                  </a:lnTo>
                  <a:lnTo>
                    <a:pt x="70" y="59"/>
                  </a:lnTo>
                  <a:lnTo>
                    <a:pt x="69" y="56"/>
                  </a:lnTo>
                  <a:lnTo>
                    <a:pt x="67" y="55"/>
                  </a:lnTo>
                  <a:lnTo>
                    <a:pt x="64" y="53"/>
                  </a:lnTo>
                  <a:close/>
                  <a:moveTo>
                    <a:pt x="119" y="0"/>
                  </a:moveTo>
                  <a:lnTo>
                    <a:pt x="119" y="0"/>
                  </a:lnTo>
                  <a:lnTo>
                    <a:pt x="151" y="4"/>
                  </a:lnTo>
                  <a:lnTo>
                    <a:pt x="180" y="17"/>
                  </a:lnTo>
                  <a:lnTo>
                    <a:pt x="203" y="35"/>
                  </a:lnTo>
                  <a:lnTo>
                    <a:pt x="223" y="58"/>
                  </a:lnTo>
                  <a:lnTo>
                    <a:pt x="235" y="87"/>
                  </a:lnTo>
                  <a:lnTo>
                    <a:pt x="238" y="119"/>
                  </a:lnTo>
                  <a:lnTo>
                    <a:pt x="235" y="149"/>
                  </a:lnTo>
                  <a:lnTo>
                    <a:pt x="223" y="178"/>
                  </a:lnTo>
                  <a:lnTo>
                    <a:pt x="203" y="203"/>
                  </a:lnTo>
                  <a:lnTo>
                    <a:pt x="180" y="221"/>
                  </a:lnTo>
                  <a:lnTo>
                    <a:pt x="151" y="233"/>
                  </a:lnTo>
                  <a:lnTo>
                    <a:pt x="119" y="236"/>
                  </a:lnTo>
                  <a:lnTo>
                    <a:pt x="119" y="236"/>
                  </a:lnTo>
                  <a:lnTo>
                    <a:pt x="87" y="233"/>
                  </a:lnTo>
                  <a:lnTo>
                    <a:pt x="59" y="221"/>
                  </a:lnTo>
                  <a:lnTo>
                    <a:pt x="35" y="203"/>
                  </a:lnTo>
                  <a:lnTo>
                    <a:pt x="17" y="178"/>
                  </a:lnTo>
                  <a:lnTo>
                    <a:pt x="5" y="14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5" y="87"/>
                  </a:lnTo>
                  <a:lnTo>
                    <a:pt x="17" y="58"/>
                  </a:lnTo>
                  <a:lnTo>
                    <a:pt x="35" y="35"/>
                  </a:lnTo>
                  <a:lnTo>
                    <a:pt x="59" y="17"/>
                  </a:lnTo>
                  <a:lnTo>
                    <a:pt x="87" y="4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1A3673"/>
                </a:solidFill>
                <a:latin typeface="Elevance Sans"/>
              </a:endParaRPr>
            </a:p>
          </p:txBody>
        </p:sp>
      </p:grpSp>
      <p:sp>
        <p:nvSpPr>
          <p:cNvPr id="1048" name="Text Placeholder 1">
            <a:extLst>
              <a:ext uri="{FF2B5EF4-FFF2-40B4-BE49-F238E27FC236}">
                <a16:creationId xmlns:a16="http://schemas.microsoft.com/office/drawing/2014/main" id="{BCF00982-23B3-0469-2A10-7118C898540A}"/>
              </a:ext>
            </a:extLst>
          </p:cNvPr>
          <p:cNvSpPr txBox="1">
            <a:spLocks/>
          </p:cNvSpPr>
          <p:nvPr/>
        </p:nvSpPr>
        <p:spPr>
          <a:xfrm>
            <a:off x="501650" y="155235"/>
            <a:ext cx="11188700" cy="2638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defRPr sz="1000" b="1" kern="1200" cap="all" spc="300" baseline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1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1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ysClr val="window" lastClr="FFFFFF">
                    <a:lumMod val="65000"/>
                  </a:sysClr>
                </a:solidFill>
              </a:rPr>
              <a:t>OUR approach</a:t>
            </a:r>
          </a:p>
        </p:txBody>
      </p:sp>
    </p:spTree>
    <p:extLst>
      <p:ext uri="{BB962C8B-B14F-4D97-AF65-F5344CB8AC3E}">
        <p14:creationId xmlns:p14="http://schemas.microsoft.com/office/powerpoint/2010/main" val="229574474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B5CE-F9C4-47B5-4D57-F66F84BA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998B73-2D69-490E-4CB6-1805A63E9BCE}"/>
              </a:ext>
            </a:extLst>
          </p:cNvPr>
          <p:cNvSpPr/>
          <p:nvPr/>
        </p:nvSpPr>
        <p:spPr>
          <a:xfrm rot="16200000">
            <a:off x="5133723" y="-79464"/>
            <a:ext cx="863554" cy="10003186"/>
          </a:xfrm>
          <a:prstGeom prst="roundRect">
            <a:avLst>
              <a:gd name="adj" fmla="val 771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tlCol="0" anchor="t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BI Reporting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D7A4138-4075-9B66-080F-630358DFA276}"/>
              </a:ext>
            </a:extLst>
          </p:cNvPr>
          <p:cNvSpPr/>
          <p:nvPr/>
        </p:nvSpPr>
        <p:spPr>
          <a:xfrm rot="16200000">
            <a:off x="5133723" y="822470"/>
            <a:ext cx="863554" cy="10003186"/>
          </a:xfrm>
          <a:prstGeom prst="roundRect">
            <a:avLst>
              <a:gd name="adj" fmla="val 771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tlCol="0" anchor="t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Scheduler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0A9EF00-E175-EC2F-F62C-AD424047F737}"/>
              </a:ext>
            </a:extLst>
          </p:cNvPr>
          <p:cNvSpPr/>
          <p:nvPr/>
        </p:nvSpPr>
        <p:spPr>
          <a:xfrm rot="16200000">
            <a:off x="5133723" y="-981399"/>
            <a:ext cx="863554" cy="10003186"/>
          </a:xfrm>
          <a:prstGeom prst="roundRect">
            <a:avLst>
              <a:gd name="adj" fmla="val 771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tlCol="0" anchor="t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  <a:p>
            <a:pPr algn="ctr">
              <a:defRPr/>
            </a:pPr>
            <a:r>
              <a:rPr lang="en-US" sz="10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(Incremental Data loads)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988F5F4C-EB2C-AD72-8DC0-DA5E7EB37CC4}"/>
              </a:ext>
            </a:extLst>
          </p:cNvPr>
          <p:cNvSpPr/>
          <p:nvPr/>
        </p:nvSpPr>
        <p:spPr>
          <a:xfrm rot="16200000">
            <a:off x="5133723" y="-1883334"/>
            <a:ext cx="863554" cy="10003186"/>
          </a:xfrm>
          <a:prstGeom prst="roundRect">
            <a:avLst>
              <a:gd name="adj" fmla="val 63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14300" rIns="0" rtlCol="0" anchor="t">
            <a:no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Historical Data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E10BE1E-7C0B-2747-AB18-B9456B703C4C}"/>
              </a:ext>
            </a:extLst>
          </p:cNvPr>
          <p:cNvSpPr/>
          <p:nvPr/>
        </p:nvSpPr>
        <p:spPr>
          <a:xfrm rot="16200000">
            <a:off x="5133722" y="-2785268"/>
            <a:ext cx="863554" cy="10003186"/>
          </a:xfrm>
          <a:prstGeom prst="roundRect">
            <a:avLst>
              <a:gd name="adj" fmla="val 1052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algn="ctr">
              <a:defRPr/>
            </a:pPr>
            <a:r>
              <a:rPr lang="en-US" sz="10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DB Components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0956CB0-749D-1466-A029-CE67C906195F}"/>
              </a:ext>
            </a:extLst>
          </p:cNvPr>
          <p:cNvSpPr/>
          <p:nvPr/>
        </p:nvSpPr>
        <p:spPr>
          <a:xfrm>
            <a:off x="8279165" y="1192419"/>
            <a:ext cx="2141234" cy="5131256"/>
          </a:xfrm>
          <a:prstGeom prst="roundRect">
            <a:avLst>
              <a:gd name="adj" fmla="val 13278"/>
            </a:avLst>
          </a:prstGeom>
          <a:solidFill>
            <a:schemeClr val="bg1"/>
          </a:solidFill>
          <a:ln>
            <a:noFill/>
          </a:ln>
          <a:effectLst>
            <a:outerShdw blurRad="304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defRPr/>
            </a:pPr>
            <a:endParaRPr lang="en-US" sz="120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986AF4-3836-4A82-C544-2D901F073B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295" y="652460"/>
            <a:ext cx="11277600" cy="192361"/>
          </a:xfrm>
        </p:spPr>
        <p:txBody>
          <a:bodyPr>
            <a:noAutofit/>
          </a:bodyPr>
          <a:lstStyle/>
          <a:p>
            <a:r>
              <a:rPr lang="en-US"/>
              <a:t>We will leverage our industry leading testing accelerator to enhance speed and coverage for data quality validation of data objects, data and reports.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115F4-712E-3AE1-FB5A-C792F087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346076"/>
            <a:ext cx="11277600" cy="276999"/>
          </a:xfrm>
        </p:spPr>
        <p:txBody>
          <a:bodyPr>
            <a:noAutofit/>
          </a:bodyPr>
          <a:lstStyle/>
          <a:p>
            <a:r>
              <a:rPr lang="en-US"/>
              <a:t>2. Migration – Test Automation Continued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23346A-479D-485B-E592-2069DB92AC8A}"/>
              </a:ext>
            </a:extLst>
          </p:cNvPr>
          <p:cNvCxnSpPr>
            <a:cxnSpLocks/>
          </p:cNvCxnSpPr>
          <p:nvPr/>
        </p:nvCxnSpPr>
        <p:spPr>
          <a:xfrm>
            <a:off x="8094499" y="1245739"/>
            <a:ext cx="0" cy="4768653"/>
          </a:xfrm>
          <a:prstGeom prst="line">
            <a:avLst/>
          </a:prstGeom>
          <a:ln w="38100">
            <a:solidFill>
              <a:srgbClr val="2861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0A77FE-E0A0-FBD7-8247-BF91E36E056E}"/>
              </a:ext>
            </a:extLst>
          </p:cNvPr>
          <p:cNvSpPr txBox="1"/>
          <p:nvPr/>
        </p:nvSpPr>
        <p:spPr>
          <a:xfrm>
            <a:off x="7560778" y="960604"/>
            <a:ext cx="1079592" cy="13465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875" b="1">
                <a:solidFill>
                  <a:schemeClr val="tx2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Production Go/No Go</a:t>
            </a: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21BB96FF-8A2F-B036-50F6-E4EEB2851A99}"/>
              </a:ext>
            </a:extLst>
          </p:cNvPr>
          <p:cNvSpPr/>
          <p:nvPr/>
        </p:nvSpPr>
        <p:spPr>
          <a:xfrm>
            <a:off x="7911777" y="1120361"/>
            <a:ext cx="377593" cy="326520"/>
          </a:xfrm>
          <a:prstGeom prst="star5">
            <a:avLst/>
          </a:prstGeom>
          <a:solidFill>
            <a:srgbClr val="E37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35148E5-E042-AA4F-2ADF-53C4EAEA5C78}"/>
              </a:ext>
            </a:extLst>
          </p:cNvPr>
          <p:cNvSpPr/>
          <p:nvPr/>
        </p:nvSpPr>
        <p:spPr>
          <a:xfrm>
            <a:off x="3434599" y="1190415"/>
            <a:ext cx="2141234" cy="5159093"/>
          </a:xfrm>
          <a:prstGeom prst="roundRect">
            <a:avLst>
              <a:gd name="adj" fmla="val 12007"/>
            </a:avLst>
          </a:prstGeom>
          <a:solidFill>
            <a:schemeClr val="bg1"/>
          </a:solidFill>
          <a:ln>
            <a:noFill/>
          </a:ln>
          <a:effectLst>
            <a:outerShdw blurRad="304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33590C-45E3-B0F1-3F85-158C9EA85310}"/>
              </a:ext>
            </a:extLst>
          </p:cNvPr>
          <p:cNvSpPr/>
          <p:nvPr/>
        </p:nvSpPr>
        <p:spPr>
          <a:xfrm>
            <a:off x="5804013" y="1192419"/>
            <a:ext cx="2141234" cy="5131256"/>
          </a:xfrm>
          <a:prstGeom prst="roundRect">
            <a:avLst>
              <a:gd name="adj" fmla="val 11583"/>
            </a:avLst>
          </a:prstGeom>
          <a:solidFill>
            <a:schemeClr val="bg1"/>
          </a:solidFill>
          <a:ln>
            <a:noFill/>
          </a:ln>
          <a:effectLst>
            <a:outerShdw blurRad="304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832A8B6-2505-5BF0-B327-D190D72A90CB}"/>
              </a:ext>
            </a:extLst>
          </p:cNvPr>
          <p:cNvSpPr/>
          <p:nvPr/>
        </p:nvSpPr>
        <p:spPr>
          <a:xfrm>
            <a:off x="8376494" y="2660469"/>
            <a:ext cx="1946576" cy="1809284"/>
          </a:xfrm>
          <a:prstGeom prst="roundRect">
            <a:avLst>
              <a:gd name="adj" fmla="val 8279"/>
            </a:avLst>
          </a:prstGeom>
          <a:noFill/>
          <a:ln w="38100">
            <a:solidFill>
              <a:srgbClr val="286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4082F36-E5D0-0A5A-6D28-3829F67BEC38}"/>
              </a:ext>
            </a:extLst>
          </p:cNvPr>
          <p:cNvSpPr/>
          <p:nvPr/>
        </p:nvSpPr>
        <p:spPr>
          <a:xfrm>
            <a:off x="1076053" y="1192419"/>
            <a:ext cx="2141234" cy="5134548"/>
          </a:xfrm>
          <a:prstGeom prst="roundRect">
            <a:avLst>
              <a:gd name="adj" fmla="val 9624"/>
            </a:avLst>
          </a:prstGeom>
          <a:solidFill>
            <a:schemeClr val="bg1"/>
          </a:solidFill>
          <a:ln>
            <a:noFill/>
          </a:ln>
          <a:effectLst>
            <a:outerShdw blurRad="304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defRPr/>
            </a:pPr>
            <a:endParaRPr lang="en-US" sz="120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11CE48-24AE-C571-B1C2-172C9BF172D2}"/>
              </a:ext>
            </a:extLst>
          </p:cNvPr>
          <p:cNvGrpSpPr/>
          <p:nvPr/>
        </p:nvGrpSpPr>
        <p:grpSpPr>
          <a:xfrm>
            <a:off x="1173382" y="1411502"/>
            <a:ext cx="9149688" cy="303193"/>
            <a:chOff x="1855986" y="2200040"/>
            <a:chExt cx="14639501" cy="485109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0800000" scaled="0"/>
          </a:gradFill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B194355-DC5B-A69E-8719-ADBE64EF19AA}"/>
                </a:ext>
              </a:extLst>
            </p:cNvPr>
            <p:cNvSpPr txBox="1"/>
            <p:nvPr/>
          </p:nvSpPr>
          <p:spPr>
            <a:xfrm>
              <a:off x="13380965" y="2200040"/>
              <a:ext cx="3114522" cy="484728"/>
            </a:xfrm>
            <a:prstGeom prst="roundRect">
              <a:avLst>
                <a:gd name="adj" fmla="val 50000"/>
              </a:avLst>
            </a:prstGeom>
            <a:grp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Prod Parallel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49B7CE-744A-FA21-8EB7-EE6A41BEC139}"/>
                </a:ext>
              </a:extLst>
            </p:cNvPr>
            <p:cNvSpPr txBox="1"/>
            <p:nvPr/>
          </p:nvSpPr>
          <p:spPr>
            <a:xfrm>
              <a:off x="5629660" y="2200040"/>
              <a:ext cx="3114522" cy="484728"/>
            </a:xfrm>
            <a:prstGeom prst="roundRect">
              <a:avLst>
                <a:gd name="adj" fmla="val 50000"/>
              </a:avLst>
            </a:prstGeom>
            <a:grp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SIT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D02185-0A28-4763-51D6-7543A59C51DC}"/>
                </a:ext>
              </a:extLst>
            </p:cNvPr>
            <p:cNvSpPr txBox="1"/>
            <p:nvPr/>
          </p:nvSpPr>
          <p:spPr>
            <a:xfrm>
              <a:off x="9420722" y="2200040"/>
              <a:ext cx="3114522" cy="484728"/>
            </a:xfrm>
            <a:prstGeom prst="roundRect">
              <a:avLst>
                <a:gd name="adj" fmla="val 50000"/>
              </a:avLst>
            </a:prstGeom>
            <a:grp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UAT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6D410E2-3A99-32C3-EDBB-703EAD2DC23C}"/>
                </a:ext>
              </a:extLst>
            </p:cNvPr>
            <p:cNvSpPr txBox="1"/>
            <p:nvPr/>
          </p:nvSpPr>
          <p:spPr>
            <a:xfrm>
              <a:off x="1855986" y="2200421"/>
              <a:ext cx="3114522" cy="484728"/>
            </a:xfrm>
            <a:prstGeom prst="roundRect">
              <a:avLst>
                <a:gd name="adj" fmla="val 50000"/>
              </a:avLst>
            </a:prstGeom>
            <a:grp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sz="1400" b="1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Unit Testing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5264B52-35B2-D60E-9631-D9D8FBE5AF5B}"/>
              </a:ext>
            </a:extLst>
          </p:cNvPr>
          <p:cNvSpPr/>
          <p:nvPr/>
        </p:nvSpPr>
        <p:spPr>
          <a:xfrm>
            <a:off x="3597499" y="1811633"/>
            <a:ext cx="1815434" cy="80938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3E82D3-0C44-213E-DC84-7635FADFA8C3}"/>
              </a:ext>
            </a:extLst>
          </p:cNvPr>
          <p:cNvSpPr txBox="1"/>
          <p:nvPr/>
        </p:nvSpPr>
        <p:spPr>
          <a:xfrm>
            <a:off x="3729302" y="1935717"/>
            <a:ext cx="1551829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tokenization &amp; encryption test</a:t>
            </a:r>
          </a:p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Validation of PHI, PII view creation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53C6387-035E-3876-8DC0-9093BCF00477}"/>
              </a:ext>
            </a:extLst>
          </p:cNvPr>
          <p:cNvSpPr/>
          <p:nvPr/>
        </p:nvSpPr>
        <p:spPr>
          <a:xfrm>
            <a:off x="5966913" y="1811633"/>
            <a:ext cx="1815434" cy="809386"/>
          </a:xfrm>
          <a:prstGeom prst="roundRect">
            <a:avLst/>
          </a:prstGeom>
          <a:solidFill>
            <a:srgbClr val="D3D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E0EAE51-FD0D-19A7-95E7-D10CF54248D0}"/>
              </a:ext>
            </a:extLst>
          </p:cNvPr>
          <p:cNvSpPr txBox="1"/>
          <p:nvPr/>
        </p:nvSpPr>
        <p:spPr>
          <a:xfrm>
            <a:off x="5982234" y="2037509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comparison with de-tokenized/decrypted sets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DD10474-D7F4-BC4B-08E7-65A1A47F230F}"/>
              </a:ext>
            </a:extLst>
          </p:cNvPr>
          <p:cNvSpPr/>
          <p:nvPr/>
        </p:nvSpPr>
        <p:spPr>
          <a:xfrm>
            <a:off x="1238953" y="1811373"/>
            <a:ext cx="1815434" cy="80990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A602D8-279E-CEE4-808B-D595CE2DE22F}"/>
              </a:ext>
            </a:extLst>
          </p:cNvPr>
          <p:cNvSpPr txBox="1"/>
          <p:nvPr/>
        </p:nvSpPr>
        <p:spPr>
          <a:xfrm>
            <a:off x="1261144" y="2016946"/>
            <a:ext cx="1784793" cy="33581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Validate DDLs of tables and views for data type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D825B82-602B-1893-4FD1-B18971E6CDE1}"/>
              </a:ext>
            </a:extLst>
          </p:cNvPr>
          <p:cNvSpPr/>
          <p:nvPr/>
        </p:nvSpPr>
        <p:spPr>
          <a:xfrm>
            <a:off x="3597499" y="2713567"/>
            <a:ext cx="1815434" cy="80938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D91ACE-D5CE-28BF-B7D9-1F8C2A7173BD}"/>
              </a:ext>
            </a:extLst>
          </p:cNvPr>
          <p:cNvSpPr txBox="1"/>
          <p:nvPr/>
        </p:nvSpPr>
        <p:spPr>
          <a:xfrm>
            <a:off x="3703927" y="2879901"/>
            <a:ext cx="1593767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100% data load from on-prem SIT for sanity &amp; compatibility checks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66212C5-306D-BAD5-4DF5-E8E3B0ADE4C4}"/>
              </a:ext>
            </a:extLst>
          </p:cNvPr>
          <p:cNvSpPr/>
          <p:nvPr/>
        </p:nvSpPr>
        <p:spPr>
          <a:xfrm>
            <a:off x="5966913" y="2713567"/>
            <a:ext cx="1815434" cy="809386"/>
          </a:xfrm>
          <a:prstGeom prst="roundRect">
            <a:avLst/>
          </a:prstGeom>
          <a:solidFill>
            <a:srgbClr val="D3D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2A69FC7-AAE9-343D-0DDB-9AF98ACD87DC}"/>
              </a:ext>
            </a:extLst>
          </p:cNvPr>
          <p:cNvSpPr txBox="1"/>
          <p:nvPr/>
        </p:nvSpPr>
        <p:spPr>
          <a:xfrm>
            <a:off x="6021948" y="2946406"/>
            <a:ext cx="170536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100% production data load; match with legacy (Teradata)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479DCB0-DC0F-712F-1CC4-4EEF834F920E}"/>
              </a:ext>
            </a:extLst>
          </p:cNvPr>
          <p:cNvSpPr/>
          <p:nvPr/>
        </p:nvSpPr>
        <p:spPr>
          <a:xfrm>
            <a:off x="8442065" y="2713567"/>
            <a:ext cx="1815434" cy="809386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03D8527-6AC4-DE08-6F9A-748916F8C8D7}"/>
              </a:ext>
            </a:extLst>
          </p:cNvPr>
          <p:cNvSpPr txBox="1"/>
          <p:nvPr/>
        </p:nvSpPr>
        <p:spPr>
          <a:xfrm>
            <a:off x="8531929" y="2871618"/>
            <a:ext cx="1665204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Single execution during production migration for on-prem data validation.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2399449-C85C-1517-91E8-07523152352A}"/>
              </a:ext>
            </a:extLst>
          </p:cNvPr>
          <p:cNvSpPr/>
          <p:nvPr/>
        </p:nvSpPr>
        <p:spPr>
          <a:xfrm>
            <a:off x="1238953" y="2713307"/>
            <a:ext cx="1815434" cy="80990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8E74CD-370C-37A1-DFB2-4C15B915DD5B}"/>
              </a:ext>
            </a:extLst>
          </p:cNvPr>
          <p:cNvSpPr txBox="1"/>
          <p:nvPr/>
        </p:nvSpPr>
        <p:spPr>
          <a:xfrm>
            <a:off x="1254274" y="3027705"/>
            <a:ext cx="1784793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10% sample data load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D2FF1BF8-95EA-5B50-32D9-AA1DE6BEF8D7}"/>
              </a:ext>
            </a:extLst>
          </p:cNvPr>
          <p:cNvSpPr/>
          <p:nvPr/>
        </p:nvSpPr>
        <p:spPr>
          <a:xfrm>
            <a:off x="3597499" y="3615501"/>
            <a:ext cx="1815434" cy="80938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4865B8B-A69F-AE6B-6A74-D30AB6877B9F}"/>
              </a:ext>
            </a:extLst>
          </p:cNvPr>
          <p:cNvSpPr txBox="1"/>
          <p:nvPr/>
        </p:nvSpPr>
        <p:spPr>
          <a:xfrm>
            <a:off x="3612820" y="3839201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E2E script execution to ensure feature retention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43752467-71C4-2592-3F56-6B46DCE9A09C}"/>
              </a:ext>
            </a:extLst>
          </p:cNvPr>
          <p:cNvSpPr/>
          <p:nvPr/>
        </p:nvSpPr>
        <p:spPr>
          <a:xfrm>
            <a:off x="5966913" y="3615501"/>
            <a:ext cx="1815434" cy="809386"/>
          </a:xfrm>
          <a:prstGeom prst="roundRect">
            <a:avLst/>
          </a:prstGeom>
          <a:solidFill>
            <a:srgbClr val="D3D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1A6650-8CDB-839A-8C96-EA6234B82600}"/>
              </a:ext>
            </a:extLst>
          </p:cNvPr>
          <p:cNvSpPr txBox="1"/>
          <p:nvPr/>
        </p:nvSpPr>
        <p:spPr>
          <a:xfrm>
            <a:off x="6023647" y="3839201"/>
            <a:ext cx="170366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E2E script execution on prod data &amp; on-prem comparison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4F592AB-B505-43DD-3ABF-E8DCB8455875}"/>
              </a:ext>
            </a:extLst>
          </p:cNvPr>
          <p:cNvSpPr/>
          <p:nvPr/>
        </p:nvSpPr>
        <p:spPr>
          <a:xfrm>
            <a:off x="8442065" y="3615501"/>
            <a:ext cx="1815434" cy="809386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40F85D7-F07A-4368-A11E-8C162DA85908}"/>
              </a:ext>
            </a:extLst>
          </p:cNvPr>
          <p:cNvSpPr txBox="1"/>
          <p:nvPr/>
        </p:nvSpPr>
        <p:spPr>
          <a:xfrm>
            <a:off x="8554189" y="3716186"/>
            <a:ext cx="1579769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Initiate scheduled pipeline runs alongside the legacy environment to ensure data consistency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9F60D36-3C0F-6CCE-53C8-D69E0A17E86A}"/>
              </a:ext>
            </a:extLst>
          </p:cNvPr>
          <p:cNvSpPr/>
          <p:nvPr/>
        </p:nvSpPr>
        <p:spPr>
          <a:xfrm>
            <a:off x="1238953" y="3615242"/>
            <a:ext cx="1815434" cy="80990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036B08-28FE-92E6-BF21-DF782225DC69}"/>
              </a:ext>
            </a:extLst>
          </p:cNvPr>
          <p:cNvSpPr txBox="1"/>
          <p:nvPr/>
        </p:nvSpPr>
        <p:spPr>
          <a:xfrm>
            <a:off x="1254274" y="3839085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Syntax/code testing &amp; dry run on target platform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C9B0053-2539-9A23-C6F3-772601799E6F}"/>
              </a:ext>
            </a:extLst>
          </p:cNvPr>
          <p:cNvSpPr/>
          <p:nvPr/>
        </p:nvSpPr>
        <p:spPr>
          <a:xfrm>
            <a:off x="3597499" y="4517436"/>
            <a:ext cx="1815434" cy="80938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6F35AC3-CE4E-B25A-8804-6CB1B0457683}"/>
              </a:ext>
            </a:extLst>
          </p:cNvPr>
          <p:cNvSpPr txBox="1"/>
          <p:nvPr/>
        </p:nvSpPr>
        <p:spPr>
          <a:xfrm>
            <a:off x="3612820" y="4758312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Compare report data with on prem using historical data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A69D4AA9-CACB-C4BD-9104-E2DFDDA5840E}"/>
              </a:ext>
            </a:extLst>
          </p:cNvPr>
          <p:cNvSpPr/>
          <p:nvPr/>
        </p:nvSpPr>
        <p:spPr>
          <a:xfrm>
            <a:off x="5966913" y="4517436"/>
            <a:ext cx="1815434" cy="809386"/>
          </a:xfrm>
          <a:prstGeom prst="roundRect">
            <a:avLst/>
          </a:prstGeom>
          <a:solidFill>
            <a:srgbClr val="D3D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017FA03-F773-7C13-6AA3-06C6A022D282}"/>
              </a:ext>
            </a:extLst>
          </p:cNvPr>
          <p:cNvSpPr txBox="1"/>
          <p:nvPr/>
        </p:nvSpPr>
        <p:spPr>
          <a:xfrm>
            <a:off x="5982234" y="4741136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Validate KPIs for both historical and incremental 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D42ADFC-2DDB-DC79-37FD-A332EF11707A}"/>
              </a:ext>
            </a:extLst>
          </p:cNvPr>
          <p:cNvSpPr/>
          <p:nvPr/>
        </p:nvSpPr>
        <p:spPr>
          <a:xfrm>
            <a:off x="8442065" y="4517436"/>
            <a:ext cx="1815434" cy="809386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6DA8AC9-5AD8-1AF0-E053-7320B33076D7}"/>
              </a:ext>
            </a:extLst>
          </p:cNvPr>
          <p:cNvSpPr txBox="1"/>
          <p:nvPr/>
        </p:nvSpPr>
        <p:spPr>
          <a:xfrm>
            <a:off x="8457386" y="4741136"/>
            <a:ext cx="1784793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Validate KPIs for both historical and incremental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4F2AA34-B9B5-5CDE-71B6-BC9B958C5579}"/>
              </a:ext>
            </a:extLst>
          </p:cNvPr>
          <p:cNvSpPr/>
          <p:nvPr/>
        </p:nvSpPr>
        <p:spPr>
          <a:xfrm>
            <a:off x="1238953" y="4517176"/>
            <a:ext cx="1815434" cy="80990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4D33DE-784F-5143-FD1E-9915E8FF2469}"/>
              </a:ext>
            </a:extLst>
          </p:cNvPr>
          <p:cNvSpPr txBox="1"/>
          <p:nvPr/>
        </p:nvSpPr>
        <p:spPr>
          <a:xfrm>
            <a:off x="1254274" y="4650465"/>
            <a:ext cx="1784793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connectivity to new database / schema</a:t>
            </a:r>
          </a:p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Reports can populate data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97B0561-9795-D8E5-BA68-64BD72354297}"/>
              </a:ext>
            </a:extLst>
          </p:cNvPr>
          <p:cNvSpPr/>
          <p:nvPr/>
        </p:nvSpPr>
        <p:spPr>
          <a:xfrm>
            <a:off x="3597499" y="5419370"/>
            <a:ext cx="1815434" cy="80938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04B79C-23D5-0354-3381-91453E800FA7}"/>
              </a:ext>
            </a:extLst>
          </p:cNvPr>
          <p:cNvSpPr txBox="1"/>
          <p:nvPr/>
        </p:nvSpPr>
        <p:spPr>
          <a:xfrm>
            <a:off x="3729302" y="5658164"/>
            <a:ext cx="1551829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Incremental data pipeline testing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16DCD60-389C-6DAC-D69F-F32BE7DCEA3B}"/>
              </a:ext>
            </a:extLst>
          </p:cNvPr>
          <p:cNvSpPr/>
          <p:nvPr/>
        </p:nvSpPr>
        <p:spPr>
          <a:xfrm>
            <a:off x="5966913" y="5419370"/>
            <a:ext cx="1815434" cy="809386"/>
          </a:xfrm>
          <a:prstGeom prst="roundRect">
            <a:avLst/>
          </a:prstGeom>
          <a:solidFill>
            <a:srgbClr val="D3D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8FA2E81-F72E-EB94-D282-735D494BADE7}"/>
              </a:ext>
            </a:extLst>
          </p:cNvPr>
          <p:cNvSpPr txBox="1"/>
          <p:nvPr/>
        </p:nvSpPr>
        <p:spPr>
          <a:xfrm>
            <a:off x="6063361" y="5643069"/>
            <a:ext cx="1622539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Scheduled E2E pipeline runs for UAT duration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EFDE4523-25EA-D746-ABF2-CE6DD0D0E25D}"/>
              </a:ext>
            </a:extLst>
          </p:cNvPr>
          <p:cNvSpPr/>
          <p:nvPr/>
        </p:nvSpPr>
        <p:spPr>
          <a:xfrm>
            <a:off x="8442065" y="5419370"/>
            <a:ext cx="1815434" cy="809386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B2DD15-6BD7-AAC5-7693-AF614D7EA98E}"/>
              </a:ext>
            </a:extLst>
          </p:cNvPr>
          <p:cNvSpPr txBox="1"/>
          <p:nvPr/>
        </p:nvSpPr>
        <p:spPr>
          <a:xfrm>
            <a:off x="8457386" y="5552573"/>
            <a:ext cx="1784793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Ongoing production </a:t>
            </a:r>
            <a:b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support &amp; monitoring </a:t>
            </a:r>
            <a:b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during warranty window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7978FA6-D08F-0096-A482-24EC96653098}"/>
              </a:ext>
            </a:extLst>
          </p:cNvPr>
          <p:cNvSpPr/>
          <p:nvPr/>
        </p:nvSpPr>
        <p:spPr>
          <a:xfrm>
            <a:off x="1238953" y="5419110"/>
            <a:ext cx="1815434" cy="80990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CEAA08F-3E28-A0EE-29CE-9AC3CF883E28}"/>
              </a:ext>
            </a:extLst>
          </p:cNvPr>
          <p:cNvSpPr txBox="1"/>
          <p:nvPr/>
        </p:nvSpPr>
        <p:spPr>
          <a:xfrm>
            <a:off x="1254278" y="5733508"/>
            <a:ext cx="1784793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E2E pipeline dry run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D0438F-23EA-0E84-DFA0-B16892204C69}"/>
              </a:ext>
            </a:extLst>
          </p:cNvPr>
          <p:cNvSpPr/>
          <p:nvPr/>
        </p:nvSpPr>
        <p:spPr>
          <a:xfrm>
            <a:off x="8442065" y="1772335"/>
            <a:ext cx="1815434" cy="809386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DBF45-9D67-6D84-2330-00DFEAC93595}"/>
              </a:ext>
            </a:extLst>
          </p:cNvPr>
          <p:cNvSpPr txBox="1"/>
          <p:nvPr/>
        </p:nvSpPr>
        <p:spPr>
          <a:xfrm>
            <a:off x="8487937" y="1960565"/>
            <a:ext cx="1784793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Test performance and execution time of jobs and downstream connections</a:t>
            </a:r>
          </a:p>
        </p:txBody>
      </p:sp>
      <p:sp>
        <p:nvSpPr>
          <p:cNvPr id="129" name="Star: 4 Points 94">
            <a:extLst>
              <a:ext uri="{FF2B5EF4-FFF2-40B4-BE49-F238E27FC236}">
                <a16:creationId xmlns:a16="http://schemas.microsoft.com/office/drawing/2014/main" id="{AD545620-21E8-2B64-768E-34BE71B3880E}"/>
              </a:ext>
            </a:extLst>
          </p:cNvPr>
          <p:cNvSpPr/>
          <p:nvPr/>
        </p:nvSpPr>
        <p:spPr>
          <a:xfrm>
            <a:off x="9937820" y="2615021"/>
            <a:ext cx="1803075" cy="1942989"/>
          </a:xfrm>
          <a:prstGeom prst="star4">
            <a:avLst>
              <a:gd name="adj" fmla="val 19199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5B902-99CC-F39E-9969-B1327907C7D6}"/>
              </a:ext>
            </a:extLst>
          </p:cNvPr>
          <p:cNvSpPr txBox="1"/>
          <p:nvPr/>
        </p:nvSpPr>
        <p:spPr>
          <a:xfrm>
            <a:off x="10098323" y="3346985"/>
            <a:ext cx="148207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125" b="1" i="1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Cutover &amp;</a:t>
            </a:r>
            <a:br>
              <a:rPr lang="en-US" sz="1125" b="1" i="1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25" b="1" i="1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Decommissioning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964DC9D9-F424-2A31-ADA5-90E9CFA3C58F}"/>
              </a:ext>
            </a:extLst>
          </p:cNvPr>
          <p:cNvSpPr txBox="1">
            <a:spLocks/>
          </p:cNvSpPr>
          <p:nvPr/>
        </p:nvSpPr>
        <p:spPr>
          <a:xfrm>
            <a:off x="501650" y="155235"/>
            <a:ext cx="11188700" cy="2638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defRPr sz="1000" b="1" kern="1200" cap="all" spc="300" baseline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1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1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ysClr val="window" lastClr="FFFFFF">
                    <a:lumMod val="65000"/>
                  </a:sysClr>
                </a:solidFill>
              </a:rPr>
              <a:t>OUR approach</a:t>
            </a:r>
          </a:p>
        </p:txBody>
      </p:sp>
    </p:spTree>
    <p:extLst>
      <p:ext uri="{BB962C8B-B14F-4D97-AF65-F5344CB8AC3E}">
        <p14:creationId xmlns:p14="http://schemas.microsoft.com/office/powerpoint/2010/main" val="115876097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454</Words>
  <Application>Microsoft Macintosh PowerPoint</Application>
  <PresentationFormat>Widescreen</PresentationFormat>
  <Paragraphs>84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Elevance Sans</vt:lpstr>
      <vt:lpstr>Open Sans</vt:lpstr>
      <vt:lpstr>Open Sans Light</vt:lpstr>
      <vt:lpstr>Wingdings</vt:lpstr>
      <vt:lpstr>Office Theme</vt:lpstr>
      <vt:lpstr>think-cell Slide</vt:lpstr>
      <vt:lpstr>2. Migration – Test Automation</vt:lpstr>
      <vt:lpstr>2. Migration – Test Automation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Pawar, AMIT</dc:creator>
  <cp:lastModifiedBy>Pawar, AMIT</cp:lastModifiedBy>
  <cp:revision>6</cp:revision>
  <dcterms:created xsi:type="dcterms:W3CDTF">2026-08-02T14:41:13Z</dcterms:created>
  <dcterms:modified xsi:type="dcterms:W3CDTF">2026-08-02T17:24:53Z</dcterms:modified>
</cp:coreProperties>
</file>