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760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249"/>
    <p:restoredTop sz="97861"/>
  </p:normalViewPr>
  <p:slideViewPr>
    <p:cSldViewPr snapToGrid="0">
      <p:cViewPr varScale="1">
        <p:scale>
          <a:sx n="226" d="100"/>
          <a:sy n="226" d="100"/>
        </p:scale>
        <p:origin x="41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2956FD-2D21-1643-9643-0F2FE4569B42}" type="datetimeFigureOut">
              <a:rPr lang="en-US" smtClean="0"/>
              <a:t>8/2/26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FDFEE6-F60B-9642-9D02-935F2D136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029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75156A54-E699-462A-8997-D3135A931F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5486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9CB4A-F3B4-9FC2-250E-81177FE564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26F386-D39F-FE1E-D287-517C7F0A68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08474-23B1-16D3-91F8-54C8A5B06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75F8D-5130-E049-B250-ADAF720CF121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FCA3D2-689D-4FA5-7A05-A1565C3B6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07133-1FC0-1D4D-37D3-351C5BB1C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F394-47BB-0945-8408-F2366CEA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785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980E7-FC37-323F-F0E8-352BB0CC2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1BAE8-6B13-C941-0954-11C445A71E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12F40-E4F3-7E3B-2F3A-2DA5C2571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75F8D-5130-E049-B250-ADAF720CF121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06CCC-404E-5032-486F-683E1860D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79F549-5B00-2D70-7575-BBF26E592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F394-47BB-0945-8408-F2366CEA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184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05C11-C234-A4AF-47C6-6212800C9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50335C-35FD-738E-7374-C38D1C263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FB1C08-CC12-333A-112C-7C83067FF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75F8D-5130-E049-B250-ADAF720CF121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BFEA4-8487-3B1B-8CF4-E5032BE91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1CB2E-AAD1-6BC3-F132-D93EC013F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F394-47BB-0945-8408-F2366CEA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329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05CC0-4DAE-01E8-479D-6120FF9C3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66A37-C2A6-109E-9115-E312C13F97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445660-2430-0744-C4FF-DD85C96C08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0E4A67-3118-DE6B-9D4F-50980655A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75F8D-5130-E049-B250-ADAF720CF121}" type="datetimeFigureOut">
              <a:rPr lang="en-US" smtClean="0"/>
              <a:t>8/2/26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E59D74-306C-824A-5B1E-B26D6C09D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1ED74B-A7BE-592C-E3E6-92A0C1089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F394-47BB-0945-8408-F2366CEA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007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19B31-473B-8178-49A0-9A492A539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77B877-5595-A731-341E-82F8907ABA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90312E-A817-9CCD-ADF2-813E5099E5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B8C0AB-DEB5-43FA-1198-1B79FD5720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13D0DA-4194-4702-3195-D1156B48D7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74DD94-B98C-C50F-5893-CEED927C4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75F8D-5130-E049-B250-ADAF720CF121}" type="datetimeFigureOut">
              <a:rPr lang="en-US" smtClean="0"/>
              <a:t>8/2/26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F1B1FB-F76E-F7ED-A7FC-B6E661940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E3EC03-9694-6825-E1AF-3C3756EE2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F394-47BB-0945-8408-F2366CEA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849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71E4D-578F-DDFE-7DFC-90E692FF7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647B20-66A9-28CD-C4D7-B99F3B370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75F8D-5130-E049-B250-ADAF720CF121}" type="datetimeFigureOut">
              <a:rPr lang="en-US" smtClean="0"/>
              <a:t>8/2/26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493455-CFAA-4235-34E6-B965CB870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DBE974-FD90-7505-FE96-927D23EA3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F394-47BB-0945-8408-F2366CEA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928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B4793D-1D49-AA8A-BCE7-8FEBE0A49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75F8D-5130-E049-B250-ADAF720CF121}" type="datetimeFigureOut">
              <a:rPr lang="en-US" smtClean="0"/>
              <a:t>8/2/26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C022A8-1605-D56A-2549-BB2FC4962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185488-00F4-8EC1-6CDB-8875D7F30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F394-47BB-0945-8408-F2366CEA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693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EAB7-BE99-C670-DD1D-143D55994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22B8A-2D16-1E4C-D61D-BA8665742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A70938-AF01-B9EB-563E-A6372BE09E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270DB0-6AD6-924A-432B-D6E758CCB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75F8D-5130-E049-B250-ADAF720CF121}" type="datetimeFigureOut">
              <a:rPr lang="en-US" smtClean="0"/>
              <a:t>8/2/26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EA123A-98D7-6036-3C56-A2AB8C297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484FB5-E9DB-E2D8-5FDC-AEE504F15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F394-47BB-0945-8408-F2366CEA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693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275A0-EA25-5329-B3E6-E5F8AE589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83C446-8555-795A-E658-0D0B438EA9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828418-9CD9-EEB8-34CD-24F44ADADD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D50535-EAA3-2991-CCE1-9823CE937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75F8D-5130-E049-B250-ADAF720CF121}" type="datetimeFigureOut">
              <a:rPr lang="en-US" smtClean="0"/>
              <a:t>8/2/26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008F88-B9BE-CE60-1D11-F79A58CFC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9C5B46-04BD-634C-3D49-7F0A25307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F394-47BB-0945-8408-F2366CEA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929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77FB7-593D-3839-2569-6D7EAA473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759894-309C-1C9E-10AD-8E6A5C58B1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AB08A-906E-920E-FE98-06CA3801D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75F8D-5130-E049-B250-ADAF720CF121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7B3BF-2811-977B-F122-9B6BC9E20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1D908-D6A8-0FBF-3894-4CF9A147A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F394-47BB-0945-8408-F2366CEA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446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1AF5A1-14AF-6A25-2D5E-B00755E34E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5CDE01-D41F-E373-D4DB-DC1FA87397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BD524C-C1F9-8099-0AC5-93E9E1EB1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75F8D-5130-E049-B250-ADAF720CF121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DED2E0-2C01-9DD8-C343-44D74DF39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A85DFE-BE63-71EB-F4CD-D980D89F9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F394-47BB-0945-8408-F2366CEA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4880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USE THIS_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463295" y="652461"/>
            <a:ext cx="11277600" cy="174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250" b="0">
                <a:solidFill>
                  <a:schemeClr val="bg1">
                    <a:lumMod val="50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>
              <a:spcAft>
                <a:spcPts val="0"/>
              </a:spcAft>
            </a:pPr>
            <a:r>
              <a:rPr lang="en-US"/>
              <a:t>Click to edit Master text styles</a:t>
            </a:r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463550" y="346075"/>
            <a:ext cx="11277600" cy="276999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sz="2000" b="1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18E69C9B-B7B1-E448-56C4-0DAB74C78AE9}"/>
              </a:ext>
            </a:extLst>
          </p:cNvPr>
          <p:cNvSpPr/>
          <p:nvPr userDrawn="1"/>
        </p:nvSpPr>
        <p:spPr>
          <a:xfrm>
            <a:off x="-602984" y="1330960"/>
            <a:ext cx="267704" cy="267704"/>
          </a:xfrm>
          <a:prstGeom prst="ellips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B36D86E4-73B5-E0B0-5DE3-E5C0C01B7AA9}"/>
              </a:ext>
            </a:extLst>
          </p:cNvPr>
          <p:cNvSpPr/>
          <p:nvPr userDrawn="1"/>
        </p:nvSpPr>
        <p:spPr>
          <a:xfrm>
            <a:off x="-602984" y="1635169"/>
            <a:ext cx="267704" cy="26770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8155BB41-F21B-B406-F55D-93807EBE38B3}"/>
              </a:ext>
            </a:extLst>
          </p:cNvPr>
          <p:cNvSpPr/>
          <p:nvPr userDrawn="1"/>
        </p:nvSpPr>
        <p:spPr>
          <a:xfrm>
            <a:off x="-602984" y="1939379"/>
            <a:ext cx="267704" cy="267704"/>
          </a:xfrm>
          <a:prstGeom prst="ellipse">
            <a:avLst/>
          </a:prstGeom>
          <a:solidFill>
            <a:schemeClr val="accent4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867A0774-2F81-11E6-A1E2-2D790E546286}"/>
              </a:ext>
            </a:extLst>
          </p:cNvPr>
          <p:cNvSpPr/>
          <p:nvPr userDrawn="1"/>
        </p:nvSpPr>
        <p:spPr>
          <a:xfrm>
            <a:off x="-602984" y="2243588"/>
            <a:ext cx="267704" cy="267704"/>
          </a:xfrm>
          <a:prstGeom prst="ellipse">
            <a:avLst/>
          </a:prstGeom>
          <a:solidFill>
            <a:schemeClr val="accent5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C94E68A2-0BF6-BE1D-C046-3073AD9123A2}"/>
              </a:ext>
            </a:extLst>
          </p:cNvPr>
          <p:cNvSpPr/>
          <p:nvPr userDrawn="1"/>
        </p:nvSpPr>
        <p:spPr>
          <a:xfrm>
            <a:off x="-602984" y="2547797"/>
            <a:ext cx="267704" cy="267704"/>
          </a:xfrm>
          <a:prstGeom prst="ellipse">
            <a:avLst/>
          </a:prstGeom>
          <a:solidFill>
            <a:schemeClr val="accent6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0FD02C4E-5E08-00B3-3E64-4CFD4FDCBD66}"/>
              </a:ext>
            </a:extLst>
          </p:cNvPr>
          <p:cNvSpPr/>
          <p:nvPr userDrawn="1"/>
        </p:nvSpPr>
        <p:spPr>
          <a:xfrm>
            <a:off x="-602984" y="2852007"/>
            <a:ext cx="267704" cy="267704"/>
          </a:xfrm>
          <a:prstGeom prst="ellipse">
            <a:avLst/>
          </a:prstGeom>
          <a:solidFill>
            <a:srgbClr val="C7EAFB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BD4C64D9-489D-1531-3F08-EBB1D8B2B6E4}"/>
              </a:ext>
            </a:extLst>
          </p:cNvPr>
          <p:cNvSpPr/>
          <p:nvPr userDrawn="1"/>
        </p:nvSpPr>
        <p:spPr>
          <a:xfrm>
            <a:off x="-602984" y="3156216"/>
            <a:ext cx="267704" cy="267704"/>
          </a:xfrm>
          <a:prstGeom prst="ellipse">
            <a:avLst/>
          </a:prstGeom>
          <a:solidFill>
            <a:srgbClr val="D9D9D9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90237848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11832">
          <p15:clr>
            <a:srgbClr val="FBAE40"/>
          </p15:clr>
        </p15:guide>
        <p15:guide id="2" pos="40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E6F980-44D2-D9E9-4758-88789E025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46B68E-E18E-B807-1296-83F2FBB9F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B8C81-68DB-6FDD-B8F0-90A33336B3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F75F8D-5130-E049-B250-ADAF720CF121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E13A25-9078-CD5A-5A9A-E87D3FF36F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736686-C24F-375E-CEF4-6057F93EC0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80F394-47BB-0945-8408-F2366CEA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389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CB1E5CE6-CC34-4697-8F32-9CD7C052C6C0}"/>
              </a:ext>
            </a:extLst>
          </p:cNvPr>
          <p:cNvSpPr/>
          <p:nvPr/>
        </p:nvSpPr>
        <p:spPr bwMode="gray">
          <a:xfrm>
            <a:off x="601455" y="3728365"/>
            <a:ext cx="10954545" cy="1948777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88900" tIns="88900" rIns="88900" bIns="889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6000"/>
              </a:lnSpc>
              <a:defRPr/>
            </a:pPr>
            <a:endParaRPr lang="en-US" sz="1600" b="1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0A7196E3-3822-4607-8E55-25B6A1E624C6}"/>
              </a:ext>
            </a:extLst>
          </p:cNvPr>
          <p:cNvSpPr/>
          <p:nvPr/>
        </p:nvSpPr>
        <p:spPr bwMode="gray">
          <a:xfrm>
            <a:off x="630728" y="1661992"/>
            <a:ext cx="10930544" cy="1919962"/>
          </a:xfrm>
          <a:prstGeom prst="rect">
            <a:avLst/>
          </a:prstGeom>
          <a:solidFill>
            <a:srgbClr val="EDF4FF">
              <a:alpha val="50000"/>
            </a:srgb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88900" tIns="88900" rIns="88900" bIns="889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6000"/>
              </a:lnSpc>
              <a:defRPr/>
            </a:pPr>
            <a:endParaRPr lang="en-US" sz="1600" b="1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  <p:sp>
        <p:nvSpPr>
          <p:cNvPr id="124" name="Rounded Rectangle 123">
            <a:extLst>
              <a:ext uri="{FF2B5EF4-FFF2-40B4-BE49-F238E27FC236}">
                <a16:creationId xmlns:a16="http://schemas.microsoft.com/office/drawing/2014/main" id="{E0E1C685-8332-4198-8745-D560DA569EF4}"/>
              </a:ext>
            </a:extLst>
          </p:cNvPr>
          <p:cNvSpPr/>
          <p:nvPr/>
        </p:nvSpPr>
        <p:spPr bwMode="gray">
          <a:xfrm>
            <a:off x="386917" y="1661995"/>
            <a:ext cx="968123" cy="1926585"/>
          </a:xfrm>
          <a:prstGeom prst="roundRect">
            <a:avLst>
              <a:gd name="adj" fmla="val 8028"/>
            </a:avLst>
          </a:prstGeom>
          <a:solidFill>
            <a:schemeClr val="accent1"/>
          </a:solidFill>
          <a:ln w="19050" algn="ctr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88900" tIns="88900" rIns="88900" bIns="889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6000"/>
              </a:lnSpc>
              <a:defRPr/>
            </a:pPr>
            <a:endParaRPr lang="en-US" sz="1000" b="1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CEF35079-24F4-4961-BE94-6EDBDD5B6BEC}"/>
              </a:ext>
            </a:extLst>
          </p:cNvPr>
          <p:cNvCxnSpPr>
            <a:cxnSpLocks/>
          </p:cNvCxnSpPr>
          <p:nvPr/>
        </p:nvCxnSpPr>
        <p:spPr>
          <a:xfrm flipV="1">
            <a:off x="5116563" y="3260670"/>
            <a:ext cx="231858" cy="1728426"/>
          </a:xfrm>
          <a:prstGeom prst="bentConnector3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E71A340-C859-42AA-82CE-35712E79A63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63295" y="652460"/>
            <a:ext cx="11277600" cy="174215"/>
          </a:xfrm>
        </p:spPr>
        <p:txBody>
          <a:bodyPr/>
          <a:lstStyle/>
          <a:p>
            <a:r>
              <a:rPr lang="en-US"/>
              <a:t>To maintain Data Integrity, we will monitor changes in Teradata and sync up final updates to Snowflake before parallel execution.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63550" y="346076"/>
            <a:ext cx="11277600" cy="276999"/>
          </a:xfrm>
        </p:spPr>
        <p:txBody>
          <a:bodyPr/>
          <a:lstStyle/>
          <a:p>
            <a:r>
              <a:rPr lang="en-US"/>
              <a:t>3. Hypercare – Production Parallel Run</a:t>
            </a:r>
          </a:p>
        </p:txBody>
      </p:sp>
      <p:sp>
        <p:nvSpPr>
          <p:cNvPr id="74" name="Text Placeholder 1">
            <a:extLst>
              <a:ext uri="{FF2B5EF4-FFF2-40B4-BE49-F238E27FC236}">
                <a16:creationId xmlns:a16="http://schemas.microsoft.com/office/drawing/2014/main" id="{DCBC3C84-EC0E-4BD2-B645-FAAF4064ECC4}"/>
              </a:ext>
            </a:extLst>
          </p:cNvPr>
          <p:cNvSpPr txBox="1">
            <a:spLocks/>
          </p:cNvSpPr>
          <p:nvPr/>
        </p:nvSpPr>
        <p:spPr>
          <a:xfrm>
            <a:off x="469754" y="944582"/>
            <a:ext cx="11162349" cy="4664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219170" rtl="0" eaLnBrk="1" latinLnBrk="0" hangingPunct="1">
              <a:spcBef>
                <a:spcPts val="0"/>
              </a:spcBef>
              <a:spcAft>
                <a:spcPts val="1333"/>
              </a:spcAft>
              <a:buSzPct val="100000"/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1219170" rtl="0" eaLnBrk="1" latinLnBrk="0" hangingPunct="1">
              <a:spcBef>
                <a:spcPts val="0"/>
              </a:spcBef>
              <a:spcAft>
                <a:spcPts val="1333"/>
              </a:spcAft>
              <a:buClrTx/>
              <a:buSzPct val="100000"/>
              <a:buFont typeface="Arial"/>
              <a:buNone/>
              <a:def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35194" indent="-235194" algn="l" defTabSz="1219170" rtl="0" eaLnBrk="1" latinLnBrk="0" hangingPunct="1">
              <a:spcBef>
                <a:spcPts val="0"/>
              </a:spcBef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5188" indent="-235194" algn="l" defTabSz="1219170" rtl="0" eaLnBrk="1" latinLnBrk="0" hangingPunct="1">
              <a:spcBef>
                <a:spcPts val="0"/>
              </a:spcBef>
              <a:spcAft>
                <a:spcPts val="1333"/>
              </a:spcAft>
              <a:buClrTx/>
              <a:buSzPct val="100000"/>
              <a:buFont typeface="Verdana" panose="020B0604030504040204" pitchFamily="34" charset="0"/>
              <a:buChar char="−"/>
              <a:def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0382" indent="-235194" algn="l" defTabSz="1064657" rtl="0" eaLnBrk="1" latinLnBrk="0" hangingPunct="1">
              <a:spcBef>
                <a:spcPts val="0"/>
              </a:spcBef>
              <a:spcAft>
                <a:spcPts val="1333"/>
              </a:spcAft>
              <a:buClrTx/>
              <a:buSzPct val="100000"/>
              <a:buFont typeface="Verdana" panose="020B0604030504040204" pitchFamily="34" charset="0"/>
              <a:buChar char="−"/>
              <a:tabLst/>
              <a:def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10382" indent="-235194" algn="l" defTabSz="1219170" rtl="0" eaLnBrk="1" latinLnBrk="0" hangingPunct="1">
              <a:spcBef>
                <a:spcPts val="0"/>
              </a:spcBef>
              <a:spcAft>
                <a:spcPts val="1333"/>
              </a:spcAft>
              <a:buFont typeface="Verdana" panose="020B0604030504040204" pitchFamily="34" charset="0"/>
              <a:buChar char="−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10382" indent="-235194" algn="l" defTabSz="1219170" rtl="0" eaLnBrk="1" latinLnBrk="0" hangingPunct="1">
              <a:spcBef>
                <a:spcPts val="0"/>
              </a:spcBef>
              <a:spcAft>
                <a:spcPts val="1333"/>
              </a:spcAft>
              <a:buFont typeface="Verdana" panose="020B060403050404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10382" indent="-235194" algn="l" defTabSz="1219170" rtl="0" eaLnBrk="1" latinLnBrk="0" hangingPunct="1">
              <a:spcBef>
                <a:spcPts val="0"/>
              </a:spcBef>
              <a:spcAft>
                <a:spcPts val="1333"/>
              </a:spcAft>
              <a:buFont typeface="Verdana" panose="020B0604030504040204" pitchFamily="34" charset="0"/>
              <a:buChar char="−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0382" indent="-235194" algn="l" defTabSz="1219170" rtl="0" eaLnBrk="1" latinLnBrk="0" hangingPunct="1">
              <a:spcBef>
                <a:spcPts val="0"/>
              </a:spcBef>
              <a:spcAft>
                <a:spcPts val="1333"/>
              </a:spcAft>
              <a:buFont typeface="Verdana" panose="020B0604030504040204" pitchFamily="34" charset="0"/>
              <a:buChar char="−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spcBef>
                <a:spcPts val="1000"/>
              </a:spcBef>
              <a:spcAft>
                <a:spcPts val="0"/>
              </a:spcAft>
              <a:buClr>
                <a:srgbClr val="0097A9"/>
              </a:buClr>
              <a:buSzPct val="75000"/>
              <a:defRPr/>
            </a:pPr>
            <a:endParaRPr lang="en-US" spc="-30">
              <a:solidFill>
                <a:prstClr val="black"/>
              </a:solidFill>
              <a:cs typeface="Calibri" panose="020F050202020403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11CAA56-4A6B-47D6-A377-94A6A86B0482}"/>
              </a:ext>
            </a:extLst>
          </p:cNvPr>
          <p:cNvGrpSpPr/>
          <p:nvPr/>
        </p:nvGrpSpPr>
        <p:grpSpPr>
          <a:xfrm>
            <a:off x="1402803" y="2949017"/>
            <a:ext cx="840404" cy="639563"/>
            <a:chOff x="1569314" y="3420837"/>
            <a:chExt cx="840404" cy="639563"/>
          </a:xfrm>
          <a:solidFill>
            <a:schemeClr val="accent1">
              <a:lumMod val="60000"/>
              <a:lumOff val="4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3AA0C95B-78CE-420F-A505-4748F2BFF4E5}"/>
                </a:ext>
              </a:extLst>
            </p:cNvPr>
            <p:cNvSpPr/>
            <p:nvPr/>
          </p:nvSpPr>
          <p:spPr bwMode="gray">
            <a:xfrm>
              <a:off x="1569314" y="3420837"/>
              <a:ext cx="840404" cy="639563"/>
            </a:xfrm>
            <a:prstGeom prst="roundRect">
              <a:avLst/>
            </a:prstGeom>
            <a:grpFill/>
            <a:ln w="28575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88900" tIns="88900" rIns="88900" bIns="889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6000"/>
                </a:lnSpc>
                <a:defRPr/>
              </a:pPr>
              <a:endParaRPr lang="en-US" sz="1125" b="1">
                <a:solidFill>
                  <a:schemeClr val="bg1"/>
                </a:solidFill>
                <a:cs typeface="Calibri" panose="020F050202020403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DC0CDC2-956E-430F-BC43-E72FEF49DCCA}"/>
                </a:ext>
              </a:extLst>
            </p:cNvPr>
            <p:cNvSpPr txBox="1"/>
            <p:nvPr/>
          </p:nvSpPr>
          <p:spPr>
            <a:xfrm>
              <a:off x="1578036" y="3632896"/>
              <a:ext cx="822960" cy="170259"/>
            </a:xfrm>
            <a:prstGeom prst="roundRect">
              <a:avLst/>
            </a:prstGeom>
            <a:grp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600"/>
                </a:spcBef>
                <a:buSzPct val="100000"/>
                <a:defRPr/>
              </a:pPr>
              <a:r>
                <a:rPr lang="en-US" sz="1000" b="1">
                  <a:solidFill>
                    <a:schemeClr val="bg1"/>
                  </a:solidFill>
                  <a:cs typeface="Calibri" panose="020F0502020204030204" pitchFamily="34" charset="0"/>
                </a:rPr>
                <a:t>Data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6B3BC2D-1C86-45B8-B04C-73663130DBED}"/>
              </a:ext>
            </a:extLst>
          </p:cNvPr>
          <p:cNvGrpSpPr/>
          <p:nvPr/>
        </p:nvGrpSpPr>
        <p:grpSpPr>
          <a:xfrm>
            <a:off x="1163788" y="1661991"/>
            <a:ext cx="1318434" cy="615066"/>
            <a:chOff x="1577199" y="2133815"/>
            <a:chExt cx="1318434" cy="615066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5BFF5E08-EC44-49AE-B581-D0241526A2CF}"/>
                </a:ext>
              </a:extLst>
            </p:cNvPr>
            <p:cNvSpPr/>
            <p:nvPr/>
          </p:nvSpPr>
          <p:spPr bwMode="gray">
            <a:xfrm>
              <a:off x="1816214" y="2133815"/>
              <a:ext cx="840404" cy="615066"/>
            </a:xfrm>
            <a:prstGeom prst="roundRect">
              <a:avLst/>
            </a:prstGeom>
            <a:grpFill/>
            <a:ln w="28575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88900" tIns="88900" rIns="88900" bIns="889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6000"/>
                </a:lnSpc>
                <a:defRPr/>
              </a:pPr>
              <a:endParaRPr lang="en-US" sz="1125" b="1">
                <a:solidFill>
                  <a:schemeClr val="bg1"/>
                </a:solidFill>
                <a:cs typeface="Calibri" panose="020F0502020204030204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4E07AC5B-BFA7-477D-B429-9CF4C00792F2}"/>
                </a:ext>
              </a:extLst>
            </p:cNvPr>
            <p:cNvSpPr txBox="1"/>
            <p:nvPr/>
          </p:nvSpPr>
          <p:spPr>
            <a:xfrm>
              <a:off x="1577199" y="2333626"/>
              <a:ext cx="1318434" cy="170259"/>
            </a:xfrm>
            <a:prstGeom prst="round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>
                <a:spcBef>
                  <a:spcPts val="600"/>
                </a:spcBef>
                <a:buSzPct val="100000"/>
                <a:defRPr sz="1400" b="1"/>
              </a:lvl1pPr>
            </a:lstStyle>
            <a:p>
              <a:pPr algn="ctr">
                <a:defRPr/>
              </a:pPr>
              <a:r>
                <a:rPr lang="en-US" sz="1000">
                  <a:solidFill>
                    <a:schemeClr val="bg1"/>
                  </a:solidFill>
                  <a:cs typeface="Calibri" panose="020F0502020204030204" pitchFamily="34" charset="0"/>
                </a:rPr>
                <a:t>DDL 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D13A66F-AA80-459B-9E75-C04462133348}"/>
              </a:ext>
            </a:extLst>
          </p:cNvPr>
          <p:cNvGrpSpPr/>
          <p:nvPr/>
        </p:nvGrpSpPr>
        <p:grpSpPr>
          <a:xfrm>
            <a:off x="1401025" y="3725213"/>
            <a:ext cx="840404" cy="629432"/>
            <a:chOff x="1477118" y="4104506"/>
            <a:chExt cx="840404" cy="62943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DE698B48-003D-4253-B914-15A6B0898A58}"/>
                </a:ext>
              </a:extLst>
            </p:cNvPr>
            <p:cNvSpPr/>
            <p:nvPr/>
          </p:nvSpPr>
          <p:spPr bwMode="gray">
            <a:xfrm>
              <a:off x="1477118" y="4104506"/>
              <a:ext cx="840404" cy="629432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28575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88900" tIns="88900" rIns="88900" bIns="889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6000"/>
                </a:lnSpc>
                <a:defRPr/>
              </a:pPr>
              <a:endParaRPr lang="en-US" sz="1125" b="1">
                <a:solidFill>
                  <a:prstClr val="white"/>
                </a:solidFill>
                <a:cs typeface="Calibri" panose="020F0502020204030204" pitchFamily="34" charset="0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1B1B4DF6-8112-4AAF-9D0F-5D9DC4747127}"/>
                </a:ext>
              </a:extLst>
            </p:cNvPr>
            <p:cNvSpPr txBox="1"/>
            <p:nvPr/>
          </p:nvSpPr>
          <p:spPr>
            <a:xfrm>
              <a:off x="1709385" y="4311500"/>
              <a:ext cx="375871" cy="170259"/>
            </a:xfrm>
            <a:prstGeom prst="round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600"/>
                </a:spcBef>
                <a:buSzPct val="100000"/>
                <a:defRPr/>
              </a:pPr>
              <a:r>
                <a:rPr lang="en-US" sz="1000" b="1">
                  <a:solidFill>
                    <a:prstClr val="black"/>
                  </a:solidFill>
                  <a:cs typeface="Calibri" panose="020F0502020204030204" pitchFamily="34" charset="0"/>
                </a:rPr>
                <a:t>DDL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1E83C57-C8D1-4B2F-B885-2708C443CBF9}"/>
              </a:ext>
            </a:extLst>
          </p:cNvPr>
          <p:cNvGrpSpPr/>
          <p:nvPr/>
        </p:nvGrpSpPr>
        <p:grpSpPr>
          <a:xfrm>
            <a:off x="1401025" y="5048663"/>
            <a:ext cx="840404" cy="639563"/>
            <a:chOff x="1477118" y="5418426"/>
            <a:chExt cx="840404" cy="63956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C172ECCA-6E3D-4F88-A190-4D4C19DFE02D}"/>
                </a:ext>
              </a:extLst>
            </p:cNvPr>
            <p:cNvSpPr/>
            <p:nvPr/>
          </p:nvSpPr>
          <p:spPr bwMode="gray">
            <a:xfrm>
              <a:off x="1477118" y="5418426"/>
              <a:ext cx="840404" cy="63956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28575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88900" tIns="88900" rIns="88900" bIns="889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6000"/>
                </a:lnSpc>
                <a:defRPr/>
              </a:pPr>
              <a:endParaRPr lang="en-US" sz="1125" b="1">
                <a:solidFill>
                  <a:prstClr val="white"/>
                </a:solidFill>
                <a:cs typeface="Calibri" panose="020F0502020204030204" pitchFamily="34" charset="0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B8893A30-98F0-4A1D-8702-5D3ABC8F8535}"/>
                </a:ext>
              </a:extLst>
            </p:cNvPr>
            <p:cNvSpPr txBox="1"/>
            <p:nvPr/>
          </p:nvSpPr>
          <p:spPr>
            <a:xfrm>
              <a:off x="1646408" y="5630485"/>
              <a:ext cx="501824" cy="170259"/>
            </a:xfrm>
            <a:prstGeom prst="round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600"/>
                </a:spcBef>
                <a:buSzPct val="100000"/>
                <a:defRPr/>
              </a:pPr>
              <a:r>
                <a:rPr lang="en-US" sz="1000" b="1">
                  <a:solidFill>
                    <a:srgbClr val="313131"/>
                  </a:solidFill>
                  <a:cs typeface="Calibri" panose="020F0502020204030204" pitchFamily="34" charset="0"/>
                </a:rPr>
                <a:t>Data</a:t>
              </a:r>
            </a:p>
          </p:txBody>
        </p:sp>
      </p:grp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043F338-B29F-43FD-8D4D-6CAE9A8351C1}"/>
              </a:ext>
            </a:extLst>
          </p:cNvPr>
          <p:cNvSpPr/>
          <p:nvPr/>
        </p:nvSpPr>
        <p:spPr bwMode="gray">
          <a:xfrm>
            <a:off x="2260901" y="1781901"/>
            <a:ext cx="1710609" cy="356616"/>
          </a:xfrm>
          <a:prstGeom prst="roundRect">
            <a:avLst/>
          </a:prstGeom>
          <a:solidFill>
            <a:srgbClr val="E1EDFF"/>
          </a:solidFill>
          <a:ln w="28575" algn="ctr">
            <a:solidFill>
              <a:schemeClr val="bg1"/>
            </a:solidFill>
            <a:miter lim="800000"/>
            <a:headEnd/>
            <a:tailEnd/>
          </a:ln>
        </p:spPr>
        <p:txBody>
          <a:bodyPr rot="0" spcFirstLastPara="0" vertOverflow="overflow" horzOverflow="overflow" vert="horz" wrap="square" lIns="247500" tIns="88900" rIns="88900" bIns="889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6000"/>
              </a:lnSpc>
              <a:defRPr/>
            </a:pPr>
            <a:r>
              <a:rPr lang="en-US" sz="1000">
                <a:solidFill>
                  <a:schemeClr val="tx2"/>
                </a:solidFill>
                <a:cs typeface="Calibri" panose="020F0502020204030204" pitchFamily="34" charset="0"/>
              </a:rPr>
              <a:t>DDL Conversion Complete</a:t>
            </a: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61170B1B-3C02-49CB-9778-28FD9AC533F4}"/>
              </a:ext>
            </a:extLst>
          </p:cNvPr>
          <p:cNvSpPr/>
          <p:nvPr/>
        </p:nvSpPr>
        <p:spPr bwMode="gray">
          <a:xfrm>
            <a:off x="4192684" y="4894869"/>
            <a:ext cx="987524" cy="39256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 algn="ctr">
            <a:solidFill>
              <a:schemeClr val="bg1"/>
            </a:solidFill>
            <a:miter lim="800000"/>
            <a:headEnd/>
            <a:tailEnd/>
          </a:ln>
        </p:spPr>
        <p:txBody>
          <a:bodyPr rot="0" spcFirstLastPara="0" vertOverflow="overflow" horzOverflow="overflow" vert="horz" wrap="square" lIns="225000" tIns="88900" rIns="0" bIns="889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6000"/>
              </a:lnSpc>
            </a:pPr>
            <a:r>
              <a:rPr lang="en-US" sz="1000">
                <a:solidFill>
                  <a:schemeClr val="tx2"/>
                </a:solidFill>
                <a:cs typeface="Calibri" panose="020F0502020204030204" pitchFamily="34" charset="0"/>
              </a:rPr>
              <a:t>History Data Snapshot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95ED4D-7085-492C-8690-C31B45E212C1}"/>
              </a:ext>
            </a:extLst>
          </p:cNvPr>
          <p:cNvSpPr txBox="1"/>
          <p:nvPr/>
        </p:nvSpPr>
        <p:spPr>
          <a:xfrm>
            <a:off x="2976077" y="1042632"/>
            <a:ext cx="2024436" cy="5450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200"/>
              </a:spcBef>
              <a:buSzPct val="100000"/>
              <a:defRPr/>
            </a:pPr>
            <a:r>
              <a:rPr lang="en-US" sz="1125" b="1">
                <a:solidFill>
                  <a:schemeClr val="accent1"/>
                </a:solidFill>
                <a:cs typeface="Calibri" panose="020F0502020204030204" pitchFamily="34" charset="0"/>
              </a:rPr>
              <a:t>Snapshot Date</a:t>
            </a:r>
          </a:p>
          <a:p>
            <a:pPr algn="ctr">
              <a:spcBef>
                <a:spcPts val="200"/>
              </a:spcBef>
              <a:buSzPct val="100000"/>
              <a:defRPr/>
            </a:pPr>
            <a:r>
              <a:rPr lang="en-US" sz="1125" b="1">
                <a:solidFill>
                  <a:schemeClr val="accent1"/>
                </a:solidFill>
                <a:cs typeface="Calibri" panose="020F0502020204030204" pitchFamily="34" charset="0"/>
              </a:rPr>
              <a:t>History Data Migration Initiated</a:t>
            </a:r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73E99787-AC55-4218-9281-38011BCAAB27}"/>
              </a:ext>
            </a:extLst>
          </p:cNvPr>
          <p:cNvSpPr/>
          <p:nvPr/>
        </p:nvSpPr>
        <p:spPr bwMode="gray">
          <a:xfrm>
            <a:off x="3907196" y="1520390"/>
            <a:ext cx="129294" cy="121936"/>
          </a:xfrm>
          <a:prstGeom prst="triangle">
            <a:avLst/>
          </a:prstGeom>
          <a:solidFill>
            <a:schemeClr val="tx2">
              <a:alpha val="2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88900" tIns="88900" rIns="88900" bIns="889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6000"/>
              </a:lnSpc>
              <a:defRPr/>
            </a:pPr>
            <a:endParaRPr lang="en-US" sz="1600" b="1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17BAB505-9311-4299-A757-2D4CD18E2A67}"/>
              </a:ext>
            </a:extLst>
          </p:cNvPr>
          <p:cNvSpPr/>
          <p:nvPr/>
        </p:nvSpPr>
        <p:spPr bwMode="gray">
          <a:xfrm>
            <a:off x="4192683" y="4100201"/>
            <a:ext cx="2115967" cy="302219"/>
          </a:xfrm>
          <a:prstGeom prst="roundRect">
            <a:avLst/>
          </a:prstGeom>
          <a:solidFill>
            <a:srgbClr val="F5ECF0"/>
          </a:solidFill>
          <a:ln w="19050">
            <a:solidFill>
              <a:schemeClr val="accent5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8900" tIns="88900" rIns="88900" bIns="889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6000"/>
              </a:lnSpc>
              <a:defRPr/>
            </a:pPr>
            <a:r>
              <a:rPr lang="en-US" sz="1000">
                <a:solidFill>
                  <a:prstClr val="black"/>
                </a:solidFill>
                <a:cs typeface="Calibri" panose="020F0502020204030204" pitchFamily="34" charset="0"/>
              </a:rPr>
              <a:t>Track and Log DDL Changes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4B3F483D-2D99-4B8E-9923-053EE3EBC39F}"/>
              </a:ext>
            </a:extLst>
          </p:cNvPr>
          <p:cNvSpPr/>
          <p:nvPr/>
        </p:nvSpPr>
        <p:spPr bwMode="gray">
          <a:xfrm>
            <a:off x="4192683" y="4546308"/>
            <a:ext cx="2115967" cy="249611"/>
          </a:xfrm>
          <a:prstGeom prst="roundRect">
            <a:avLst/>
          </a:prstGeom>
          <a:solidFill>
            <a:srgbClr val="F5ECF0"/>
          </a:solidFill>
          <a:ln w="19050">
            <a:solidFill>
              <a:schemeClr val="accent5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8900" tIns="88900" rIns="88900" bIns="889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6000"/>
              </a:lnSpc>
              <a:defRPr/>
            </a:pPr>
            <a:r>
              <a:rPr lang="en-US" sz="1000">
                <a:solidFill>
                  <a:prstClr val="black"/>
                </a:solidFill>
                <a:cs typeface="Calibri" panose="020F0502020204030204" pitchFamily="34" charset="0"/>
              </a:rPr>
              <a:t>Track and Log ETL Changes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B07BECF8-AE87-46F5-8A0B-F97BFCE44F8F}"/>
              </a:ext>
            </a:extLst>
          </p:cNvPr>
          <p:cNvSpPr/>
          <p:nvPr/>
        </p:nvSpPr>
        <p:spPr bwMode="gray">
          <a:xfrm>
            <a:off x="5348421" y="3098750"/>
            <a:ext cx="1479014" cy="32384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 algn="ctr">
            <a:solidFill>
              <a:schemeClr val="bg1"/>
            </a:solidFill>
            <a:miter lim="800000"/>
            <a:headEnd/>
            <a:tailEnd/>
          </a:ln>
        </p:spPr>
        <p:txBody>
          <a:bodyPr rot="0" spcFirstLastPara="0" vertOverflow="overflow" horzOverflow="overflow" vert="horz" wrap="square" lIns="292500" tIns="88900" rIns="88900" bIns="889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6000"/>
              </a:lnSpc>
              <a:defRPr/>
            </a:pPr>
            <a:r>
              <a:rPr lang="en-US" sz="1000">
                <a:solidFill>
                  <a:schemeClr val="tx2"/>
                </a:solidFill>
                <a:cs typeface="Calibri" panose="020F0502020204030204" pitchFamily="34" charset="0"/>
              </a:rPr>
              <a:t>History Data Loaded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64CF3D73-AE51-49EA-9CB3-C01D86985CDB}"/>
              </a:ext>
            </a:extLst>
          </p:cNvPr>
          <p:cNvSpPr/>
          <p:nvPr/>
        </p:nvSpPr>
        <p:spPr bwMode="gray">
          <a:xfrm>
            <a:off x="4192683" y="5376958"/>
            <a:ext cx="2166349" cy="271976"/>
          </a:xfrm>
          <a:prstGeom prst="roundRect">
            <a:avLst/>
          </a:prstGeom>
          <a:solidFill>
            <a:srgbClr val="F5ECF0"/>
          </a:solidFill>
          <a:ln w="19050">
            <a:solidFill>
              <a:schemeClr val="accent5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8900" tIns="88900" rIns="88900" bIns="889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6000"/>
              </a:lnSpc>
              <a:defRPr/>
            </a:pPr>
            <a:r>
              <a:rPr lang="en-US" sz="1000">
                <a:solidFill>
                  <a:prstClr val="black"/>
                </a:solidFill>
                <a:cs typeface="Calibri" panose="020F0502020204030204" pitchFamily="34" charset="0"/>
              </a:rPr>
              <a:t>Log Data Change Markers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3C89D9E-7055-4D1F-A70F-28486AC6303E}"/>
              </a:ext>
            </a:extLst>
          </p:cNvPr>
          <p:cNvSpPr txBox="1"/>
          <p:nvPr/>
        </p:nvSpPr>
        <p:spPr>
          <a:xfrm>
            <a:off x="5614855" y="1042632"/>
            <a:ext cx="2024437" cy="3718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200"/>
              </a:spcBef>
              <a:buSzPct val="100000"/>
              <a:defRPr/>
            </a:pPr>
            <a:r>
              <a:rPr lang="en-US" sz="1125" b="1">
                <a:solidFill>
                  <a:schemeClr val="accent1"/>
                </a:solidFill>
                <a:cs typeface="Calibri" panose="020F0502020204030204" pitchFamily="34" charset="0"/>
              </a:rPr>
              <a:t>Initial History Load Complete</a:t>
            </a:r>
          </a:p>
          <a:p>
            <a:pPr algn="ctr">
              <a:spcBef>
                <a:spcPts val="200"/>
              </a:spcBef>
              <a:buSzPct val="100000"/>
              <a:defRPr/>
            </a:pPr>
            <a:r>
              <a:rPr lang="en-US" sz="1125" b="1">
                <a:solidFill>
                  <a:schemeClr val="accent1"/>
                </a:solidFill>
                <a:cs typeface="Calibri" panose="020F0502020204030204" pitchFamily="34" charset="0"/>
              </a:rPr>
              <a:t>Code Freeze</a:t>
            </a:r>
          </a:p>
        </p:txBody>
      </p:sp>
      <p:sp>
        <p:nvSpPr>
          <p:cNvPr id="72" name="Isosceles Triangle 71">
            <a:extLst>
              <a:ext uri="{FF2B5EF4-FFF2-40B4-BE49-F238E27FC236}">
                <a16:creationId xmlns:a16="http://schemas.microsoft.com/office/drawing/2014/main" id="{831A9124-4527-4A2B-BD72-B6D3B2F1BDF3}"/>
              </a:ext>
            </a:extLst>
          </p:cNvPr>
          <p:cNvSpPr/>
          <p:nvPr/>
        </p:nvSpPr>
        <p:spPr bwMode="gray">
          <a:xfrm>
            <a:off x="6562481" y="1507011"/>
            <a:ext cx="129294" cy="121936"/>
          </a:xfrm>
          <a:prstGeom prst="triangle">
            <a:avLst/>
          </a:prstGeom>
          <a:solidFill>
            <a:schemeClr val="tx2">
              <a:alpha val="2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88900" tIns="88900" rIns="88900" bIns="889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6000"/>
              </a:lnSpc>
              <a:defRPr/>
            </a:pPr>
            <a:endParaRPr lang="en-US" sz="1600" b="1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61A6BCE9-E66D-4EAB-A1CA-0DE47493D235}"/>
              </a:ext>
            </a:extLst>
          </p:cNvPr>
          <p:cNvSpPr/>
          <p:nvPr/>
        </p:nvSpPr>
        <p:spPr bwMode="gray">
          <a:xfrm>
            <a:off x="4242587" y="2407775"/>
            <a:ext cx="2115967" cy="377986"/>
          </a:xfrm>
          <a:prstGeom prst="roundRect">
            <a:avLst/>
          </a:prstGeom>
          <a:solidFill>
            <a:srgbClr val="95A4C2"/>
          </a:solidFill>
          <a:ln w="28575" algn="ctr">
            <a:solidFill>
              <a:schemeClr val="bg1"/>
            </a:solidFill>
            <a:miter lim="800000"/>
            <a:headEnd/>
            <a:tailEnd/>
          </a:ln>
        </p:spPr>
        <p:txBody>
          <a:bodyPr rot="0" spcFirstLastPara="0" vertOverflow="overflow" horzOverflow="overflow" vert="horz" wrap="square" lIns="88900" tIns="88900" rIns="88900" bIns="889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6000"/>
              </a:lnSpc>
              <a:defRPr/>
            </a:pPr>
            <a:r>
              <a:rPr lang="en-US" sz="1000">
                <a:solidFill>
                  <a:prstClr val="white"/>
                </a:solidFill>
                <a:cs typeface="Calibri" panose="020F0502020204030204" pitchFamily="34" charset="0"/>
              </a:rPr>
              <a:t>ETL Conversion Complete</a:t>
            </a:r>
          </a:p>
        </p:txBody>
      </p:sp>
      <p:sp>
        <p:nvSpPr>
          <p:cNvPr id="76" name="Isosceles Triangle 75">
            <a:extLst>
              <a:ext uri="{FF2B5EF4-FFF2-40B4-BE49-F238E27FC236}">
                <a16:creationId xmlns:a16="http://schemas.microsoft.com/office/drawing/2014/main" id="{8F03DB6F-E72E-47A5-8280-96CFC51182F5}"/>
              </a:ext>
            </a:extLst>
          </p:cNvPr>
          <p:cNvSpPr/>
          <p:nvPr/>
        </p:nvSpPr>
        <p:spPr bwMode="gray">
          <a:xfrm>
            <a:off x="8904952" y="1528253"/>
            <a:ext cx="129294" cy="121936"/>
          </a:xfrm>
          <a:prstGeom prst="triangle">
            <a:avLst/>
          </a:prstGeom>
          <a:solidFill>
            <a:schemeClr val="tx2">
              <a:alpha val="2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88900" tIns="88900" rIns="88900" bIns="889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6000"/>
              </a:lnSpc>
              <a:defRPr/>
            </a:pPr>
            <a:endParaRPr lang="en-US" sz="1600" b="1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504B8B3-F5F9-4B29-93D9-60DF1F13782F}"/>
              </a:ext>
            </a:extLst>
          </p:cNvPr>
          <p:cNvSpPr txBox="1"/>
          <p:nvPr/>
        </p:nvSpPr>
        <p:spPr>
          <a:xfrm>
            <a:off x="8597615" y="1064738"/>
            <a:ext cx="723513" cy="3462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200"/>
              </a:spcBef>
              <a:buSzPct val="100000"/>
              <a:defRPr/>
            </a:pPr>
            <a:r>
              <a:rPr lang="en-US" sz="1125" b="1">
                <a:solidFill>
                  <a:schemeClr val="accent1"/>
                </a:solidFill>
                <a:cs typeface="Calibri" panose="020F0502020204030204" pitchFamily="34" charset="0"/>
              </a:rPr>
              <a:t>Catch Up Complete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3D89A17A-81E3-43A5-96C3-E951ED811515}"/>
              </a:ext>
            </a:extLst>
          </p:cNvPr>
          <p:cNvSpPr/>
          <p:nvPr/>
        </p:nvSpPr>
        <p:spPr bwMode="gray">
          <a:xfrm>
            <a:off x="6828453" y="1781902"/>
            <a:ext cx="1914097" cy="359162"/>
          </a:xfrm>
          <a:prstGeom prst="roundRect">
            <a:avLst/>
          </a:prstGeom>
          <a:solidFill>
            <a:srgbClr val="E1EDFF"/>
          </a:solidFill>
          <a:ln w="19050" algn="ctr">
            <a:solidFill>
              <a:schemeClr val="accent5"/>
            </a:solidFill>
            <a:miter lim="800000"/>
            <a:headEnd/>
            <a:tailEnd/>
          </a:ln>
        </p:spPr>
        <p:txBody>
          <a:bodyPr rot="0" spcFirstLastPara="0" vertOverflow="overflow" horzOverflow="overflow" vert="horz" wrap="square" lIns="202500" tIns="88900" rIns="88900" bIns="889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6000"/>
              </a:lnSpc>
              <a:defRPr/>
            </a:pPr>
            <a:r>
              <a:rPr lang="en-US" sz="1000">
                <a:solidFill>
                  <a:schemeClr val="tx2"/>
                </a:solidFill>
                <a:cs typeface="Calibri" panose="020F0502020204030204" pitchFamily="34" charset="0"/>
              </a:rPr>
              <a:t>DDL Changes Incorporated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EE65C73-EDDD-4013-B81E-5C38142B8C26}"/>
              </a:ext>
            </a:extLst>
          </p:cNvPr>
          <p:cNvGrpSpPr/>
          <p:nvPr/>
        </p:nvGrpSpPr>
        <p:grpSpPr>
          <a:xfrm>
            <a:off x="1163788" y="2289035"/>
            <a:ext cx="1318434" cy="634889"/>
            <a:chOff x="1575244" y="2760855"/>
            <a:chExt cx="1318434" cy="634889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2F52CBD9-145E-44A9-88A3-BB0ABBA9800A}"/>
                </a:ext>
              </a:extLst>
            </p:cNvPr>
            <p:cNvSpPr/>
            <p:nvPr/>
          </p:nvSpPr>
          <p:spPr bwMode="gray">
            <a:xfrm>
              <a:off x="1814259" y="2760855"/>
              <a:ext cx="840404" cy="634889"/>
            </a:xfrm>
            <a:prstGeom prst="roundRect">
              <a:avLst/>
            </a:prstGeom>
            <a:grpFill/>
            <a:ln w="28575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88900" tIns="88900" rIns="88900" bIns="889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6000"/>
                </a:lnSpc>
                <a:defRPr/>
              </a:pPr>
              <a:endParaRPr lang="en-US" sz="1125" b="1">
                <a:solidFill>
                  <a:schemeClr val="bg1"/>
                </a:solidFill>
                <a:cs typeface="Calibri" panose="020F0502020204030204" pitchFamily="34" charset="0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33A90F5E-2500-4E1E-A302-9FF44BB10F9B}"/>
                </a:ext>
              </a:extLst>
            </p:cNvPr>
            <p:cNvSpPr txBox="1"/>
            <p:nvPr/>
          </p:nvSpPr>
          <p:spPr>
            <a:xfrm>
              <a:off x="1575244" y="2970577"/>
              <a:ext cx="1318434" cy="170259"/>
            </a:xfrm>
            <a:prstGeom prst="round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600"/>
                </a:spcBef>
                <a:buSzPct val="100000"/>
                <a:defRPr/>
              </a:pPr>
              <a:r>
                <a:rPr lang="en-US" sz="1000" b="1">
                  <a:solidFill>
                    <a:schemeClr val="bg1"/>
                  </a:solidFill>
                  <a:cs typeface="Calibri" panose="020F0502020204030204" pitchFamily="34" charset="0"/>
                </a:rPr>
                <a:t>ETL 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C50324E-F01F-455A-9A74-66279AC150FB}"/>
              </a:ext>
            </a:extLst>
          </p:cNvPr>
          <p:cNvGrpSpPr/>
          <p:nvPr/>
        </p:nvGrpSpPr>
        <p:grpSpPr>
          <a:xfrm>
            <a:off x="1401025" y="4384207"/>
            <a:ext cx="840404" cy="634889"/>
            <a:chOff x="1477118" y="4772186"/>
            <a:chExt cx="840404" cy="634889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8BB092D2-3108-44C5-B1D6-C1622E9916F9}"/>
                </a:ext>
              </a:extLst>
            </p:cNvPr>
            <p:cNvSpPr/>
            <p:nvPr/>
          </p:nvSpPr>
          <p:spPr bwMode="gray">
            <a:xfrm>
              <a:off x="1477118" y="4772186"/>
              <a:ext cx="840404" cy="634889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28575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88900" tIns="88900" rIns="88900" bIns="889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6000"/>
                </a:lnSpc>
                <a:defRPr/>
              </a:pPr>
              <a:endParaRPr lang="en-US" sz="1125" b="1">
                <a:solidFill>
                  <a:prstClr val="white"/>
                </a:solidFill>
                <a:cs typeface="Calibri" panose="020F0502020204030204" pitchFamily="34" charset="0"/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E57655D9-3EE0-4A24-9C2D-2F7EE07C9E71}"/>
                </a:ext>
              </a:extLst>
            </p:cNvPr>
            <p:cNvSpPr txBox="1"/>
            <p:nvPr/>
          </p:nvSpPr>
          <p:spPr>
            <a:xfrm>
              <a:off x="1705529" y="4981908"/>
              <a:ext cx="383583" cy="170259"/>
            </a:xfrm>
            <a:prstGeom prst="round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600"/>
                </a:spcBef>
                <a:buSzPct val="100000"/>
                <a:defRPr/>
              </a:pPr>
              <a:r>
                <a:rPr lang="en-US" sz="1000" b="1">
                  <a:solidFill>
                    <a:srgbClr val="313131"/>
                  </a:solidFill>
                  <a:cs typeface="Calibri" panose="020F0502020204030204" pitchFamily="34" charset="0"/>
                </a:rPr>
                <a:t>ETL </a:t>
              </a:r>
            </a:p>
          </p:txBody>
        </p:sp>
      </p:grp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0A04B4E0-EB23-4113-B6D7-44AA27367340}"/>
              </a:ext>
            </a:extLst>
          </p:cNvPr>
          <p:cNvCxnSpPr>
            <a:cxnSpLocks/>
          </p:cNvCxnSpPr>
          <p:nvPr/>
        </p:nvCxnSpPr>
        <p:spPr>
          <a:xfrm flipV="1">
            <a:off x="6308650" y="2201961"/>
            <a:ext cx="843338" cy="1947296"/>
          </a:xfrm>
          <a:prstGeom prst="bentConnector2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DC920CDA-9F4D-4730-B2A7-BFDC3723546D}"/>
              </a:ext>
            </a:extLst>
          </p:cNvPr>
          <p:cNvSpPr/>
          <p:nvPr/>
        </p:nvSpPr>
        <p:spPr bwMode="gray">
          <a:xfrm>
            <a:off x="6828453" y="2405326"/>
            <a:ext cx="1914097" cy="359162"/>
          </a:xfrm>
          <a:prstGeom prst="roundRect">
            <a:avLst/>
          </a:prstGeom>
          <a:solidFill>
            <a:srgbClr val="95A4C2"/>
          </a:solidFill>
          <a:ln w="19050" algn="ctr">
            <a:solidFill>
              <a:schemeClr val="accent5"/>
            </a:solidFill>
            <a:miter lim="800000"/>
            <a:headEnd/>
            <a:tailEnd/>
          </a:ln>
        </p:spPr>
        <p:txBody>
          <a:bodyPr rot="0" spcFirstLastPara="0" vertOverflow="overflow" horzOverflow="overflow" vert="horz" wrap="square" lIns="202500" tIns="88900" rIns="88900" bIns="889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6000"/>
              </a:lnSpc>
              <a:defRPr/>
            </a:pPr>
            <a:r>
              <a:rPr lang="en-US" sz="1000">
                <a:solidFill>
                  <a:prstClr val="white"/>
                </a:solidFill>
                <a:cs typeface="Calibri" panose="020F0502020204030204" pitchFamily="34" charset="0"/>
              </a:rPr>
              <a:t>ETL Changes Incorporated</a:t>
            </a:r>
          </a:p>
        </p:txBody>
      </p:sp>
      <p:cxnSp>
        <p:nvCxnSpPr>
          <p:cNvPr id="84" name="Connector: Elbow 83">
            <a:extLst>
              <a:ext uri="{FF2B5EF4-FFF2-40B4-BE49-F238E27FC236}">
                <a16:creationId xmlns:a16="http://schemas.microsoft.com/office/drawing/2014/main" id="{A63BA2FF-872B-48CA-AE86-B4CD897206B2}"/>
              </a:ext>
            </a:extLst>
          </p:cNvPr>
          <p:cNvCxnSpPr>
            <a:cxnSpLocks/>
          </p:cNvCxnSpPr>
          <p:nvPr/>
        </p:nvCxnSpPr>
        <p:spPr>
          <a:xfrm flipV="1">
            <a:off x="6308650" y="2764488"/>
            <a:ext cx="1476851" cy="1804572"/>
          </a:xfrm>
          <a:prstGeom prst="bentConnector2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D7B0A2C0-98F3-485A-9BA3-48B05026E0C9}"/>
              </a:ext>
            </a:extLst>
          </p:cNvPr>
          <p:cNvCxnSpPr>
            <a:cxnSpLocks/>
          </p:cNvCxnSpPr>
          <p:nvPr/>
        </p:nvCxnSpPr>
        <p:spPr>
          <a:xfrm>
            <a:off x="11545579" y="1623607"/>
            <a:ext cx="15693" cy="3910607"/>
          </a:xfrm>
          <a:prstGeom prst="line">
            <a:avLst/>
          </a:prstGeom>
          <a:ln w="2857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Isosceles Triangle 90">
            <a:extLst>
              <a:ext uri="{FF2B5EF4-FFF2-40B4-BE49-F238E27FC236}">
                <a16:creationId xmlns:a16="http://schemas.microsoft.com/office/drawing/2014/main" id="{BEA81E66-4E69-45AA-B338-27F7D7540994}"/>
              </a:ext>
            </a:extLst>
          </p:cNvPr>
          <p:cNvSpPr/>
          <p:nvPr/>
        </p:nvSpPr>
        <p:spPr bwMode="gray">
          <a:xfrm>
            <a:off x="11488779" y="1520390"/>
            <a:ext cx="129294" cy="121936"/>
          </a:xfrm>
          <a:prstGeom prst="triangle">
            <a:avLst/>
          </a:prstGeom>
          <a:solidFill>
            <a:schemeClr val="tx2">
              <a:alpha val="2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88900" tIns="88900" rIns="88900" bIns="889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6000"/>
              </a:lnSpc>
              <a:defRPr/>
            </a:pPr>
            <a:endParaRPr lang="en-US" sz="1600" b="1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58962AD-B7BC-4676-990C-CE6E7B97B86D}"/>
              </a:ext>
            </a:extLst>
          </p:cNvPr>
          <p:cNvSpPr txBox="1"/>
          <p:nvPr/>
        </p:nvSpPr>
        <p:spPr>
          <a:xfrm>
            <a:off x="10964047" y="1053640"/>
            <a:ext cx="1049463" cy="3462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200"/>
              </a:spcBef>
              <a:buSzPct val="100000"/>
              <a:defRPr/>
            </a:pPr>
            <a:r>
              <a:rPr lang="en-US" sz="1125" b="1">
                <a:solidFill>
                  <a:schemeClr val="accent1"/>
                </a:solidFill>
                <a:cs typeface="Calibri" panose="020F0502020204030204" pitchFamily="34" charset="0"/>
              </a:rPr>
              <a:t>Parallel Run Complete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6BCDB68E-499D-458B-B330-3348A2DAED9B}"/>
              </a:ext>
            </a:extLst>
          </p:cNvPr>
          <p:cNvSpPr/>
          <p:nvPr/>
        </p:nvSpPr>
        <p:spPr bwMode="gray">
          <a:xfrm>
            <a:off x="7499160" y="6046168"/>
            <a:ext cx="3845115" cy="347789"/>
          </a:xfrm>
          <a:prstGeom prst="rect">
            <a:avLst/>
          </a:prstGeom>
          <a:ln w="28575"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8900" tIns="88900" rIns="88900" bIns="889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6000"/>
              </a:lnSpc>
              <a:defRPr/>
            </a:pPr>
            <a:r>
              <a:rPr lang="en-US" sz="800">
                <a:solidFill>
                  <a:prstClr val="black"/>
                </a:solidFill>
                <a:cs typeface="Calibri" panose="020F0502020204030204" pitchFamily="34" charset="0"/>
              </a:rPr>
              <a:t>Changes in the Teradata ecosystem tracked by the Release Management Process</a:t>
            </a:r>
          </a:p>
        </p:txBody>
      </p:sp>
      <p:sp>
        <p:nvSpPr>
          <p:cNvPr id="100" name="Rounded Rectangle 99">
            <a:extLst>
              <a:ext uri="{FF2B5EF4-FFF2-40B4-BE49-F238E27FC236}">
                <a16:creationId xmlns:a16="http://schemas.microsoft.com/office/drawing/2014/main" id="{EC5B7A68-FDDB-420C-93D6-0B934C2BB0E9}"/>
              </a:ext>
            </a:extLst>
          </p:cNvPr>
          <p:cNvSpPr/>
          <p:nvPr/>
        </p:nvSpPr>
        <p:spPr bwMode="gray">
          <a:xfrm>
            <a:off x="6828022" y="3087554"/>
            <a:ext cx="1913792" cy="33503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 algn="ctr">
            <a:solidFill>
              <a:schemeClr val="accent5"/>
            </a:solidFill>
            <a:miter lim="800000"/>
            <a:headEnd/>
            <a:tailEnd/>
          </a:ln>
        </p:spPr>
        <p:txBody>
          <a:bodyPr rot="0" spcFirstLastPara="0" vertOverflow="overflow" horzOverflow="overflow" vert="horz" wrap="square" lIns="88900" tIns="88900" rIns="88900" bIns="889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6000"/>
              </a:lnSpc>
              <a:defRPr/>
            </a:pPr>
            <a:r>
              <a:rPr lang="en-US" sz="1000">
                <a:solidFill>
                  <a:schemeClr val="tx2"/>
                </a:solidFill>
                <a:cs typeface="Calibri" panose="020F0502020204030204" pitchFamily="34" charset="0"/>
              </a:rPr>
              <a:t>Delta Data Catch Up </a:t>
            </a:r>
          </a:p>
        </p:txBody>
      </p:sp>
      <p:cxnSp>
        <p:nvCxnSpPr>
          <p:cNvPr id="101" name="Connector: Elbow 100">
            <a:extLst>
              <a:ext uri="{FF2B5EF4-FFF2-40B4-BE49-F238E27FC236}">
                <a16:creationId xmlns:a16="http://schemas.microsoft.com/office/drawing/2014/main" id="{F4E7697F-4621-40F6-B0C0-3D89F6C72C21}"/>
              </a:ext>
            </a:extLst>
          </p:cNvPr>
          <p:cNvCxnSpPr>
            <a:cxnSpLocks/>
          </p:cNvCxnSpPr>
          <p:nvPr/>
        </p:nvCxnSpPr>
        <p:spPr>
          <a:xfrm flipV="1">
            <a:off x="6359032" y="3422592"/>
            <a:ext cx="1425886" cy="1988299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Star: 5 Points 5">
            <a:extLst>
              <a:ext uri="{FF2B5EF4-FFF2-40B4-BE49-F238E27FC236}">
                <a16:creationId xmlns:a16="http://schemas.microsoft.com/office/drawing/2014/main" id="{C04AF7DD-130A-423D-88C1-90660BC006B7}"/>
              </a:ext>
            </a:extLst>
          </p:cNvPr>
          <p:cNvSpPr/>
          <p:nvPr/>
        </p:nvSpPr>
        <p:spPr>
          <a:xfrm>
            <a:off x="11432053" y="5531327"/>
            <a:ext cx="242744" cy="227038"/>
          </a:xfrm>
          <a:prstGeom prst="star5">
            <a:avLst/>
          </a:prstGeom>
          <a:solidFill>
            <a:schemeClr val="accent6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175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4FEE8F53-7B72-4F05-B190-3A9611691410}"/>
              </a:ext>
            </a:extLst>
          </p:cNvPr>
          <p:cNvSpPr txBox="1"/>
          <p:nvPr/>
        </p:nvSpPr>
        <p:spPr>
          <a:xfrm>
            <a:off x="10891637" y="5730378"/>
            <a:ext cx="13086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600"/>
              </a:spcBef>
              <a:buSzPct val="100000"/>
              <a:defRPr/>
            </a:pPr>
            <a:r>
              <a:rPr lang="en-US" sz="1000">
                <a:solidFill>
                  <a:srgbClr val="313131"/>
                </a:solidFill>
                <a:cs typeface="Calibri" panose="020F0502020204030204" pitchFamily="34" charset="0"/>
              </a:rPr>
              <a:t>Go Live</a:t>
            </a:r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8DD9C216-9499-4518-8409-00095C088928}"/>
              </a:ext>
            </a:extLst>
          </p:cNvPr>
          <p:cNvCxnSpPr/>
          <p:nvPr/>
        </p:nvCxnSpPr>
        <p:spPr>
          <a:xfrm>
            <a:off x="6692214" y="5929431"/>
            <a:ext cx="2281028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89EF7A4F-9B4C-46C2-8E9B-2D0586158E21}"/>
              </a:ext>
            </a:extLst>
          </p:cNvPr>
          <p:cNvSpPr txBox="1"/>
          <p:nvPr/>
        </p:nvSpPr>
        <p:spPr>
          <a:xfrm>
            <a:off x="6680162" y="5738039"/>
            <a:ext cx="2279464" cy="1731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600"/>
              </a:spcBef>
              <a:buSzPct val="100000"/>
              <a:defRPr/>
            </a:pPr>
            <a:r>
              <a:rPr lang="en-US" sz="1125" b="1" i="1">
                <a:solidFill>
                  <a:srgbClr val="313131"/>
                </a:solidFill>
                <a:cs typeface="Calibri" panose="020F0502020204030204" pitchFamily="34" charset="0"/>
              </a:rPr>
              <a:t>Catch Up Data Load</a:t>
            </a: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912E01A2-648F-4F8F-AFC8-7338BC6BFEBC}"/>
              </a:ext>
            </a:extLst>
          </p:cNvPr>
          <p:cNvCxnSpPr>
            <a:cxnSpLocks/>
          </p:cNvCxnSpPr>
          <p:nvPr/>
        </p:nvCxnSpPr>
        <p:spPr>
          <a:xfrm>
            <a:off x="9058148" y="5929431"/>
            <a:ext cx="2487793" cy="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B6514BBF-CF1D-4EAD-A531-B6E6B990D01B}"/>
              </a:ext>
            </a:extLst>
          </p:cNvPr>
          <p:cNvSpPr txBox="1"/>
          <p:nvPr/>
        </p:nvSpPr>
        <p:spPr>
          <a:xfrm>
            <a:off x="9012830" y="5738039"/>
            <a:ext cx="2517417" cy="1731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600"/>
              </a:spcBef>
              <a:buSzPct val="100000"/>
              <a:defRPr/>
            </a:pPr>
            <a:r>
              <a:rPr lang="en-US" sz="1125" b="1" i="1">
                <a:solidFill>
                  <a:srgbClr val="313131"/>
                </a:solidFill>
                <a:cs typeface="Calibri" panose="020F0502020204030204" pitchFamily="34" charset="0"/>
              </a:rPr>
              <a:t>Parallel Run</a:t>
            </a:r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E7E2D76C-B8DF-4EF0-8964-50E9D6B4741F}"/>
              </a:ext>
            </a:extLst>
          </p:cNvPr>
          <p:cNvCxnSpPr>
            <a:cxnSpLocks/>
          </p:cNvCxnSpPr>
          <p:nvPr/>
        </p:nvCxnSpPr>
        <p:spPr>
          <a:xfrm>
            <a:off x="3907752" y="5930413"/>
            <a:ext cx="2719210" cy="34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616B0BEA-7BB0-47D1-B9A5-452EF424946C}"/>
              </a:ext>
            </a:extLst>
          </p:cNvPr>
          <p:cNvSpPr txBox="1"/>
          <p:nvPr/>
        </p:nvSpPr>
        <p:spPr>
          <a:xfrm>
            <a:off x="4001898" y="5740980"/>
            <a:ext cx="2625067" cy="1731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600"/>
              </a:spcBef>
              <a:buSzPct val="100000"/>
              <a:defRPr/>
            </a:pPr>
            <a:r>
              <a:rPr lang="en-US" sz="1125" b="1" i="1">
                <a:solidFill>
                  <a:srgbClr val="313131"/>
                </a:solidFill>
                <a:cs typeface="Calibri" panose="020F0502020204030204" pitchFamily="34" charset="0"/>
              </a:rPr>
              <a:t>History Data Load</a:t>
            </a:r>
          </a:p>
        </p:txBody>
      </p:sp>
      <p:sp>
        <p:nvSpPr>
          <p:cNvPr id="120" name="Rounded Rectangle 119">
            <a:extLst>
              <a:ext uri="{FF2B5EF4-FFF2-40B4-BE49-F238E27FC236}">
                <a16:creationId xmlns:a16="http://schemas.microsoft.com/office/drawing/2014/main" id="{F8EC1D87-1EBC-495B-846F-B36F66264F1A}"/>
              </a:ext>
            </a:extLst>
          </p:cNvPr>
          <p:cNvSpPr/>
          <p:nvPr/>
        </p:nvSpPr>
        <p:spPr bwMode="gray">
          <a:xfrm>
            <a:off x="9117352" y="1892452"/>
            <a:ext cx="2268643" cy="1369543"/>
          </a:xfrm>
          <a:prstGeom prst="roundRect">
            <a:avLst>
              <a:gd name="adj" fmla="val 3764"/>
            </a:avLst>
          </a:prstGeom>
          <a:solidFill>
            <a:srgbClr val="F5ECF0"/>
          </a:solidFill>
          <a:ln w="19050">
            <a:solidFill>
              <a:schemeClr val="accent5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8900" tIns="88900" rIns="88900" bIns="889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6000"/>
              </a:lnSpc>
              <a:defRPr/>
            </a:pPr>
            <a:r>
              <a:rPr lang="en-US" sz="875">
                <a:solidFill>
                  <a:prstClr val="black"/>
                </a:solidFill>
                <a:cs typeface="Calibri" panose="020F0502020204030204" pitchFamily="34" charset="0"/>
              </a:rPr>
              <a:t>Conduct Reconciliation Testing on Data and Reports on Illustrative </a:t>
            </a:r>
            <a:r>
              <a:rPr lang="en-US" sz="875" b="1">
                <a:solidFill>
                  <a:prstClr val="black"/>
                </a:solidFill>
                <a:cs typeface="Calibri" panose="020F0502020204030204" pitchFamily="34" charset="0"/>
              </a:rPr>
              <a:t>Acceptance and Variance Threshold</a:t>
            </a:r>
            <a:r>
              <a:rPr lang="en-US" sz="875">
                <a:solidFill>
                  <a:prstClr val="black"/>
                </a:solidFill>
                <a:cs typeface="Calibri" panose="020F0502020204030204" pitchFamily="34" charset="0"/>
              </a:rPr>
              <a:t>s:</a:t>
            </a:r>
          </a:p>
          <a:p>
            <a:pPr algn="ctr">
              <a:lnSpc>
                <a:spcPct val="106000"/>
              </a:lnSpc>
              <a:defRPr/>
            </a:pPr>
            <a:endParaRPr lang="en-US" sz="875">
              <a:solidFill>
                <a:prstClr val="black"/>
              </a:solidFill>
              <a:cs typeface="Calibri" panose="020F0502020204030204" pitchFamily="34" charset="0"/>
            </a:endParaRPr>
          </a:p>
          <a:p>
            <a:pPr marL="214313" indent="-214313">
              <a:lnSpc>
                <a:spcPct val="106000"/>
              </a:lnSpc>
              <a:buAutoNum type="arabicPeriod"/>
              <a:defRPr/>
            </a:pPr>
            <a:r>
              <a:rPr lang="en-US" sz="875" b="1">
                <a:solidFill>
                  <a:prstClr val="black"/>
                </a:solidFill>
                <a:cs typeface="Calibri" panose="020F0502020204030204" pitchFamily="34" charset="0"/>
              </a:rPr>
              <a:t>Control Sum Validation</a:t>
            </a:r>
            <a:r>
              <a:rPr lang="en-US" sz="875">
                <a:solidFill>
                  <a:prstClr val="black"/>
                </a:solidFill>
                <a:cs typeface="Calibri" panose="020F0502020204030204" pitchFamily="34" charset="0"/>
              </a:rPr>
              <a:t> Variance &lt;1% for noncritical tables</a:t>
            </a:r>
          </a:p>
          <a:p>
            <a:pPr marL="214313" indent="-214313">
              <a:lnSpc>
                <a:spcPct val="106000"/>
              </a:lnSpc>
              <a:buFontTx/>
              <a:buAutoNum type="arabicPeriod"/>
              <a:defRPr/>
            </a:pPr>
            <a:r>
              <a:rPr lang="en-US" sz="875" b="1">
                <a:solidFill>
                  <a:prstClr val="black"/>
                </a:solidFill>
                <a:cs typeface="Calibri" panose="020F0502020204030204" pitchFamily="34" charset="0"/>
              </a:rPr>
              <a:t>Control Sum Validation </a:t>
            </a:r>
            <a:r>
              <a:rPr lang="en-US" sz="875">
                <a:solidFill>
                  <a:prstClr val="black"/>
                </a:solidFill>
                <a:cs typeface="Calibri" panose="020F0502020204030204" pitchFamily="34" charset="0"/>
              </a:rPr>
              <a:t>Variance 0% for critical tables</a:t>
            </a:r>
          </a:p>
        </p:txBody>
      </p:sp>
      <p:sp>
        <p:nvSpPr>
          <p:cNvPr id="123" name="Rounded Rectangle 122">
            <a:extLst>
              <a:ext uri="{FF2B5EF4-FFF2-40B4-BE49-F238E27FC236}">
                <a16:creationId xmlns:a16="http://schemas.microsoft.com/office/drawing/2014/main" id="{43851905-B029-45D2-BC92-7038285FB206}"/>
              </a:ext>
            </a:extLst>
          </p:cNvPr>
          <p:cNvSpPr/>
          <p:nvPr/>
        </p:nvSpPr>
        <p:spPr bwMode="gray">
          <a:xfrm>
            <a:off x="386917" y="3734737"/>
            <a:ext cx="968123" cy="1980136"/>
          </a:xfrm>
          <a:prstGeom prst="roundRect">
            <a:avLst>
              <a:gd name="adj" fmla="val 8028"/>
            </a:avLst>
          </a:prstGeom>
          <a:solidFill>
            <a:schemeClr val="bg1">
              <a:lumMod val="50000"/>
            </a:schemeClr>
          </a:solidFill>
          <a:ln w="19050" algn="ctr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88900" tIns="88900" rIns="88900" bIns="889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6000"/>
              </a:lnSpc>
              <a:defRPr/>
            </a:pPr>
            <a:endParaRPr lang="en-US" sz="1125" b="1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8199CC-7541-444A-80F2-A24C5C187D87}"/>
              </a:ext>
            </a:extLst>
          </p:cNvPr>
          <p:cNvSpPr txBox="1"/>
          <p:nvPr/>
        </p:nvSpPr>
        <p:spPr>
          <a:xfrm>
            <a:off x="598886" y="4809405"/>
            <a:ext cx="544184" cy="383084"/>
          </a:xfrm>
          <a:prstGeom prst="round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600"/>
              </a:spcBef>
              <a:buSzPct val="100000"/>
              <a:defRPr/>
            </a:pPr>
            <a:r>
              <a:rPr lang="en-US" sz="1125" b="1">
                <a:solidFill>
                  <a:prstClr val="white"/>
                </a:solidFill>
                <a:cs typeface="Calibri" panose="020F0502020204030204" pitchFamily="34" charset="0"/>
              </a:rPr>
              <a:t>Teradata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20B1B9B-4CC8-4045-900A-40629D48A9E3}"/>
              </a:ext>
            </a:extLst>
          </p:cNvPr>
          <p:cNvCxnSpPr>
            <a:cxnSpLocks/>
          </p:cNvCxnSpPr>
          <p:nvPr/>
        </p:nvCxnSpPr>
        <p:spPr>
          <a:xfrm>
            <a:off x="3971842" y="1623473"/>
            <a:ext cx="0" cy="3913632"/>
          </a:xfrm>
          <a:prstGeom prst="line">
            <a:avLst/>
          </a:prstGeom>
          <a:ln w="2857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C50ADC5-DBAA-41FC-8BC9-A0094C1C912B}"/>
              </a:ext>
            </a:extLst>
          </p:cNvPr>
          <p:cNvCxnSpPr>
            <a:cxnSpLocks/>
          </p:cNvCxnSpPr>
          <p:nvPr/>
        </p:nvCxnSpPr>
        <p:spPr>
          <a:xfrm>
            <a:off x="6622110" y="1623473"/>
            <a:ext cx="10036" cy="3913632"/>
          </a:xfrm>
          <a:prstGeom prst="line">
            <a:avLst/>
          </a:prstGeom>
          <a:ln w="2857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E7B979F6-EF36-4417-8357-95838C86B7C7}"/>
              </a:ext>
            </a:extLst>
          </p:cNvPr>
          <p:cNvCxnSpPr>
            <a:cxnSpLocks/>
          </p:cNvCxnSpPr>
          <p:nvPr/>
        </p:nvCxnSpPr>
        <p:spPr>
          <a:xfrm>
            <a:off x="8967310" y="1639352"/>
            <a:ext cx="20453" cy="3912171"/>
          </a:xfrm>
          <a:prstGeom prst="line">
            <a:avLst/>
          </a:prstGeom>
          <a:ln w="2857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04B547B3-6EFE-4B8D-A048-201B2BB09492}"/>
              </a:ext>
            </a:extLst>
          </p:cNvPr>
          <p:cNvSpPr/>
          <p:nvPr/>
        </p:nvSpPr>
        <p:spPr bwMode="gray">
          <a:xfrm>
            <a:off x="7230839" y="6126718"/>
            <a:ext cx="286970" cy="180859"/>
          </a:xfrm>
          <a:prstGeom prst="rect">
            <a:avLst/>
          </a:prstGeom>
          <a:solidFill>
            <a:schemeClr val="accent5">
              <a:alpha val="10000"/>
            </a:schemeClr>
          </a:solidFill>
          <a:ln w="19050">
            <a:solidFill>
              <a:schemeClr val="accent5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8900" tIns="88900" rIns="88900" bIns="889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6000"/>
              </a:lnSpc>
              <a:defRPr/>
            </a:pPr>
            <a:endParaRPr lang="en-US" sz="800">
              <a:solidFill>
                <a:prstClr val="black"/>
              </a:solidFill>
              <a:cs typeface="Calibri" panose="020F0502020204030204" pitchFamily="34" charset="0"/>
            </a:endParaRP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C98F6903-AB04-1E0A-86A1-823241F7A7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76751"/>
          <a:stretch/>
        </p:blipFill>
        <p:spPr>
          <a:xfrm>
            <a:off x="714580" y="2195148"/>
            <a:ext cx="312797" cy="30360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028" name="Picture 4" descr="Teradata logo in transparent PNG and vectorized SVG formats">
            <a:extLst>
              <a:ext uri="{FF2B5EF4-FFF2-40B4-BE49-F238E27FC236}">
                <a16:creationId xmlns:a16="http://schemas.microsoft.com/office/drawing/2014/main" id="{8969F582-5BDF-049B-9D1A-351DF22403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579" y="4431683"/>
            <a:ext cx="312798" cy="312617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Graphic 4">
            <a:extLst>
              <a:ext uri="{FF2B5EF4-FFF2-40B4-BE49-F238E27FC236}">
                <a16:creationId xmlns:a16="http://schemas.microsoft.com/office/drawing/2014/main" id="{CAFDE7D2-A23A-9C1D-A4C9-03AE0A32319D}"/>
              </a:ext>
            </a:extLst>
          </p:cNvPr>
          <p:cNvSpPr/>
          <p:nvPr/>
        </p:nvSpPr>
        <p:spPr>
          <a:xfrm>
            <a:off x="2349301" y="1853995"/>
            <a:ext cx="226443" cy="226232"/>
          </a:xfrm>
          <a:custGeom>
            <a:avLst/>
            <a:gdLst>
              <a:gd name="connsiteX0" fmla="*/ 181474 w 362309"/>
              <a:gd name="connsiteY0" fmla="*/ 0 h 361971"/>
              <a:gd name="connsiteX1" fmla="*/ 0 w 362309"/>
              <a:gd name="connsiteY1" fmla="*/ 180667 h 361971"/>
              <a:gd name="connsiteX2" fmla="*/ 180835 w 362309"/>
              <a:gd name="connsiteY2" fmla="*/ 361972 h 361971"/>
              <a:gd name="connsiteX3" fmla="*/ 362309 w 362309"/>
              <a:gd name="connsiteY3" fmla="*/ 181305 h 361971"/>
              <a:gd name="connsiteX4" fmla="*/ 362309 w 362309"/>
              <a:gd name="connsiteY4" fmla="*/ 181305 h 361971"/>
              <a:gd name="connsiteX5" fmla="*/ 181474 w 362309"/>
              <a:gd name="connsiteY5" fmla="*/ 0 h 361971"/>
              <a:gd name="connsiteX6" fmla="*/ 185947 w 362309"/>
              <a:gd name="connsiteY6" fmla="*/ 287917 h 361971"/>
              <a:gd name="connsiteX7" fmla="*/ 79235 w 362309"/>
              <a:gd name="connsiteY7" fmla="*/ 181305 h 361971"/>
              <a:gd name="connsiteX8" fmla="*/ 102878 w 362309"/>
              <a:gd name="connsiteY8" fmla="*/ 114912 h 361971"/>
              <a:gd name="connsiteX9" fmla="*/ 76679 w 362309"/>
              <a:gd name="connsiteY9" fmla="*/ 114912 h 361971"/>
              <a:gd name="connsiteX10" fmla="*/ 70289 w 362309"/>
              <a:gd name="connsiteY10" fmla="*/ 108528 h 361971"/>
              <a:gd name="connsiteX11" fmla="*/ 76679 w 362309"/>
              <a:gd name="connsiteY11" fmla="*/ 102144 h 361971"/>
              <a:gd name="connsiteX12" fmla="*/ 122686 w 362309"/>
              <a:gd name="connsiteY12" fmla="*/ 102144 h 361971"/>
              <a:gd name="connsiteX13" fmla="*/ 129076 w 362309"/>
              <a:gd name="connsiteY13" fmla="*/ 108528 h 361971"/>
              <a:gd name="connsiteX14" fmla="*/ 129076 w 362309"/>
              <a:gd name="connsiteY14" fmla="*/ 153854 h 361971"/>
              <a:gd name="connsiteX15" fmla="*/ 122686 w 362309"/>
              <a:gd name="connsiteY15" fmla="*/ 160238 h 361971"/>
              <a:gd name="connsiteX16" fmla="*/ 116297 w 362309"/>
              <a:gd name="connsiteY16" fmla="*/ 153854 h 361971"/>
              <a:gd name="connsiteX17" fmla="*/ 116297 w 362309"/>
              <a:gd name="connsiteY17" fmla="*/ 118742 h 361971"/>
              <a:gd name="connsiteX18" fmla="*/ 125243 w 362309"/>
              <a:gd name="connsiteY18" fmla="*/ 250890 h 361971"/>
              <a:gd name="connsiteX19" fmla="*/ 257514 w 362309"/>
              <a:gd name="connsiteY19" fmla="*/ 241953 h 361971"/>
              <a:gd name="connsiteX20" fmla="*/ 248568 w 362309"/>
              <a:gd name="connsiteY20" fmla="*/ 109805 h 361971"/>
              <a:gd name="connsiteX21" fmla="*/ 186586 w 362309"/>
              <a:gd name="connsiteY21" fmla="*/ 86822 h 361971"/>
              <a:gd name="connsiteX22" fmla="*/ 180196 w 362309"/>
              <a:gd name="connsiteY22" fmla="*/ 80438 h 361971"/>
              <a:gd name="connsiteX23" fmla="*/ 186586 w 362309"/>
              <a:gd name="connsiteY23" fmla="*/ 74054 h 361971"/>
              <a:gd name="connsiteX24" fmla="*/ 293298 w 362309"/>
              <a:gd name="connsiteY24" fmla="*/ 180667 h 361971"/>
              <a:gd name="connsiteX25" fmla="*/ 185947 w 362309"/>
              <a:gd name="connsiteY25" fmla="*/ 287917 h 361971"/>
              <a:gd name="connsiteX26" fmla="*/ 185947 w 362309"/>
              <a:gd name="connsiteY26" fmla="*/ 287917 h 361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62309" h="361971">
                <a:moveTo>
                  <a:pt x="181474" y="0"/>
                </a:moveTo>
                <a:cubicBezTo>
                  <a:pt x="81152" y="0"/>
                  <a:pt x="0" y="81077"/>
                  <a:pt x="0" y="180667"/>
                </a:cubicBezTo>
                <a:cubicBezTo>
                  <a:pt x="0" y="280257"/>
                  <a:pt x="81152" y="361972"/>
                  <a:pt x="180835" y="361972"/>
                </a:cubicBezTo>
                <a:cubicBezTo>
                  <a:pt x="280518" y="361972"/>
                  <a:pt x="362309" y="280895"/>
                  <a:pt x="362309" y="181305"/>
                </a:cubicBezTo>
                <a:cubicBezTo>
                  <a:pt x="362309" y="181305"/>
                  <a:pt x="362309" y="181305"/>
                  <a:pt x="362309" y="181305"/>
                </a:cubicBezTo>
                <a:cubicBezTo>
                  <a:pt x="362309" y="81077"/>
                  <a:pt x="281157" y="0"/>
                  <a:pt x="181474" y="0"/>
                </a:cubicBezTo>
                <a:close/>
                <a:moveTo>
                  <a:pt x="185947" y="287917"/>
                </a:moveTo>
                <a:cubicBezTo>
                  <a:pt x="127160" y="287917"/>
                  <a:pt x="79235" y="240038"/>
                  <a:pt x="79235" y="181305"/>
                </a:cubicBezTo>
                <a:cubicBezTo>
                  <a:pt x="79235" y="157046"/>
                  <a:pt x="87542" y="133425"/>
                  <a:pt x="102878" y="114912"/>
                </a:cubicBezTo>
                <a:lnTo>
                  <a:pt x="76679" y="114912"/>
                </a:lnTo>
                <a:cubicBezTo>
                  <a:pt x="72845" y="114912"/>
                  <a:pt x="70289" y="112358"/>
                  <a:pt x="70289" y="108528"/>
                </a:cubicBezTo>
                <a:cubicBezTo>
                  <a:pt x="70289" y="104697"/>
                  <a:pt x="72845" y="102144"/>
                  <a:pt x="76679" y="102144"/>
                </a:cubicBezTo>
                <a:lnTo>
                  <a:pt x="122686" y="102144"/>
                </a:lnTo>
                <a:cubicBezTo>
                  <a:pt x="126521" y="102144"/>
                  <a:pt x="129076" y="104697"/>
                  <a:pt x="129076" y="108528"/>
                </a:cubicBezTo>
                <a:lnTo>
                  <a:pt x="129076" y="153854"/>
                </a:lnTo>
                <a:cubicBezTo>
                  <a:pt x="129076" y="157684"/>
                  <a:pt x="126521" y="160238"/>
                  <a:pt x="122686" y="160238"/>
                </a:cubicBezTo>
                <a:cubicBezTo>
                  <a:pt x="118853" y="160238"/>
                  <a:pt x="116297" y="157684"/>
                  <a:pt x="116297" y="153854"/>
                </a:cubicBezTo>
                <a:lnTo>
                  <a:pt x="116297" y="118742"/>
                </a:lnTo>
                <a:cubicBezTo>
                  <a:pt x="81791" y="157684"/>
                  <a:pt x="86264" y="217055"/>
                  <a:pt x="125243" y="250890"/>
                </a:cubicBezTo>
                <a:cubicBezTo>
                  <a:pt x="164221" y="284725"/>
                  <a:pt x="223648" y="280895"/>
                  <a:pt x="257514" y="241953"/>
                </a:cubicBezTo>
                <a:cubicBezTo>
                  <a:pt x="292020" y="203011"/>
                  <a:pt x="287547" y="143640"/>
                  <a:pt x="248568" y="109805"/>
                </a:cubicBezTo>
                <a:cubicBezTo>
                  <a:pt x="231315" y="94483"/>
                  <a:pt x="208951" y="86184"/>
                  <a:pt x="186586" y="86822"/>
                </a:cubicBezTo>
                <a:cubicBezTo>
                  <a:pt x="182752" y="86822"/>
                  <a:pt x="180196" y="84269"/>
                  <a:pt x="180196" y="80438"/>
                </a:cubicBezTo>
                <a:cubicBezTo>
                  <a:pt x="180196" y="76608"/>
                  <a:pt x="182752" y="74054"/>
                  <a:pt x="186586" y="74054"/>
                </a:cubicBezTo>
                <a:cubicBezTo>
                  <a:pt x="245373" y="74054"/>
                  <a:pt x="293298" y="121934"/>
                  <a:pt x="293298" y="180667"/>
                </a:cubicBezTo>
                <a:cubicBezTo>
                  <a:pt x="292659" y="240038"/>
                  <a:pt x="244735" y="287279"/>
                  <a:pt x="185947" y="287917"/>
                </a:cubicBezTo>
                <a:lnTo>
                  <a:pt x="185947" y="287917"/>
                </a:lnTo>
                <a:close/>
              </a:path>
            </a:pathLst>
          </a:custGeom>
          <a:solidFill>
            <a:srgbClr val="1A3673"/>
          </a:solidFill>
          <a:ln w="63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125"/>
          </a:p>
        </p:txBody>
      </p:sp>
      <p:grpSp>
        <p:nvGrpSpPr>
          <p:cNvPr id="19" name="Graphic 4">
            <a:extLst>
              <a:ext uri="{FF2B5EF4-FFF2-40B4-BE49-F238E27FC236}">
                <a16:creationId xmlns:a16="http://schemas.microsoft.com/office/drawing/2014/main" id="{52914368-1BCC-06B4-6289-710AF9AF54FE}"/>
              </a:ext>
            </a:extLst>
          </p:cNvPr>
          <p:cNvGrpSpPr>
            <a:grpSpLocks noChangeAspect="1"/>
          </p:cNvGrpSpPr>
          <p:nvPr/>
        </p:nvGrpSpPr>
        <p:grpSpPr>
          <a:xfrm>
            <a:off x="6874920" y="1849266"/>
            <a:ext cx="226443" cy="226232"/>
            <a:chOff x="2998797" y="2855717"/>
            <a:chExt cx="362309" cy="361971"/>
          </a:xfrm>
          <a:solidFill>
            <a:srgbClr val="1A3673"/>
          </a:solidFill>
        </p:grpSpPr>
        <p:sp>
          <p:nvSpPr>
            <p:cNvPr id="20" name="Graphic 4">
              <a:extLst>
                <a:ext uri="{FF2B5EF4-FFF2-40B4-BE49-F238E27FC236}">
                  <a16:creationId xmlns:a16="http://schemas.microsoft.com/office/drawing/2014/main" id="{393B7693-6D48-A7A7-F3BD-01C024FBAD5F}"/>
                </a:ext>
              </a:extLst>
            </p:cNvPr>
            <p:cNvSpPr/>
            <p:nvPr/>
          </p:nvSpPr>
          <p:spPr>
            <a:xfrm>
              <a:off x="3093368" y="2968075"/>
              <a:ext cx="136744" cy="136617"/>
            </a:xfrm>
            <a:custGeom>
              <a:avLst/>
              <a:gdLst>
                <a:gd name="connsiteX0" fmla="*/ 69011 w 136744"/>
                <a:gd name="connsiteY0" fmla="*/ 112358 h 136617"/>
                <a:gd name="connsiteX1" fmla="*/ 69011 w 136744"/>
                <a:gd name="connsiteY1" fmla="*/ 112358 h 136617"/>
                <a:gd name="connsiteX2" fmla="*/ 67733 w 136744"/>
                <a:gd name="connsiteY2" fmla="*/ 112997 h 136617"/>
                <a:gd name="connsiteX3" fmla="*/ 67094 w 136744"/>
                <a:gd name="connsiteY3" fmla="*/ 113635 h 136617"/>
                <a:gd name="connsiteX4" fmla="*/ 65177 w 136744"/>
                <a:gd name="connsiteY4" fmla="*/ 114273 h 136617"/>
                <a:gd name="connsiteX5" fmla="*/ 65177 w 136744"/>
                <a:gd name="connsiteY5" fmla="*/ 114273 h 136617"/>
                <a:gd name="connsiteX6" fmla="*/ 62621 w 136744"/>
                <a:gd name="connsiteY6" fmla="*/ 113635 h 136617"/>
                <a:gd name="connsiteX7" fmla="*/ 61982 w 136744"/>
                <a:gd name="connsiteY7" fmla="*/ 112997 h 136617"/>
                <a:gd name="connsiteX8" fmla="*/ 60704 w 136744"/>
                <a:gd name="connsiteY8" fmla="*/ 111720 h 136617"/>
                <a:gd name="connsiteX9" fmla="*/ 60704 w 136744"/>
                <a:gd name="connsiteY9" fmla="*/ 111720 h 136617"/>
                <a:gd name="connsiteX10" fmla="*/ 24921 w 136744"/>
                <a:gd name="connsiteY10" fmla="*/ 68947 h 136617"/>
                <a:gd name="connsiteX11" fmla="*/ 25560 w 136744"/>
                <a:gd name="connsiteY11" fmla="*/ 60010 h 136617"/>
                <a:gd name="connsiteX12" fmla="*/ 34506 w 136744"/>
                <a:gd name="connsiteY12" fmla="*/ 60648 h 136617"/>
                <a:gd name="connsiteX13" fmla="*/ 34506 w 136744"/>
                <a:gd name="connsiteY13" fmla="*/ 60648 h 136617"/>
                <a:gd name="connsiteX14" fmla="*/ 65816 w 136744"/>
                <a:gd name="connsiteY14" fmla="*/ 98313 h 136617"/>
                <a:gd name="connsiteX15" fmla="*/ 136745 w 136744"/>
                <a:gd name="connsiteY15" fmla="*/ 36389 h 136617"/>
                <a:gd name="connsiteX16" fmla="*/ 136745 w 136744"/>
                <a:gd name="connsiteY16" fmla="*/ 0 h 136617"/>
                <a:gd name="connsiteX17" fmla="*/ 0 w 136744"/>
                <a:gd name="connsiteY17" fmla="*/ 0 h 136617"/>
                <a:gd name="connsiteX18" fmla="*/ 0 w 136744"/>
                <a:gd name="connsiteY18" fmla="*/ 136617 h 136617"/>
                <a:gd name="connsiteX19" fmla="*/ 136745 w 136744"/>
                <a:gd name="connsiteY19" fmla="*/ 136617 h 136617"/>
                <a:gd name="connsiteX20" fmla="*/ 136745 w 136744"/>
                <a:gd name="connsiteY20" fmla="*/ 52987 h 136617"/>
                <a:gd name="connsiteX21" fmla="*/ 69011 w 136744"/>
                <a:gd name="connsiteY21" fmla="*/ 112358 h 136617"/>
                <a:gd name="connsiteX22" fmla="*/ 69011 w 136744"/>
                <a:gd name="connsiteY22" fmla="*/ 112358 h 13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36744" h="136617">
                  <a:moveTo>
                    <a:pt x="69011" y="112358"/>
                  </a:moveTo>
                  <a:lnTo>
                    <a:pt x="69011" y="112358"/>
                  </a:lnTo>
                  <a:cubicBezTo>
                    <a:pt x="68372" y="112358"/>
                    <a:pt x="68372" y="112997"/>
                    <a:pt x="67733" y="112997"/>
                  </a:cubicBezTo>
                  <a:lnTo>
                    <a:pt x="67094" y="113635"/>
                  </a:lnTo>
                  <a:cubicBezTo>
                    <a:pt x="66455" y="113635"/>
                    <a:pt x="65816" y="114273"/>
                    <a:pt x="65177" y="114273"/>
                  </a:cubicBezTo>
                  <a:lnTo>
                    <a:pt x="65177" y="114273"/>
                  </a:lnTo>
                  <a:cubicBezTo>
                    <a:pt x="64538" y="114273"/>
                    <a:pt x="63260" y="114273"/>
                    <a:pt x="62621" y="113635"/>
                  </a:cubicBezTo>
                  <a:cubicBezTo>
                    <a:pt x="62621" y="113635"/>
                    <a:pt x="61982" y="112997"/>
                    <a:pt x="61982" y="112997"/>
                  </a:cubicBezTo>
                  <a:cubicBezTo>
                    <a:pt x="61343" y="112997"/>
                    <a:pt x="60704" y="112358"/>
                    <a:pt x="60704" y="111720"/>
                  </a:cubicBezTo>
                  <a:lnTo>
                    <a:pt x="60704" y="111720"/>
                  </a:lnTo>
                  <a:lnTo>
                    <a:pt x="24921" y="68947"/>
                  </a:lnTo>
                  <a:cubicBezTo>
                    <a:pt x="22365" y="66394"/>
                    <a:pt x="23004" y="61925"/>
                    <a:pt x="25560" y="60010"/>
                  </a:cubicBezTo>
                  <a:cubicBezTo>
                    <a:pt x="28116" y="58094"/>
                    <a:pt x="32589" y="58094"/>
                    <a:pt x="34506" y="60648"/>
                  </a:cubicBezTo>
                  <a:lnTo>
                    <a:pt x="34506" y="60648"/>
                  </a:lnTo>
                  <a:lnTo>
                    <a:pt x="65816" y="98313"/>
                  </a:lnTo>
                  <a:lnTo>
                    <a:pt x="136745" y="36389"/>
                  </a:lnTo>
                  <a:lnTo>
                    <a:pt x="136745" y="0"/>
                  </a:lnTo>
                  <a:lnTo>
                    <a:pt x="0" y="0"/>
                  </a:lnTo>
                  <a:lnTo>
                    <a:pt x="0" y="136617"/>
                  </a:lnTo>
                  <a:lnTo>
                    <a:pt x="136745" y="136617"/>
                  </a:lnTo>
                  <a:lnTo>
                    <a:pt x="136745" y="52987"/>
                  </a:lnTo>
                  <a:lnTo>
                    <a:pt x="69011" y="112358"/>
                  </a:lnTo>
                  <a:lnTo>
                    <a:pt x="69011" y="112358"/>
                  </a:lnTo>
                  <a:close/>
                </a:path>
              </a:pathLst>
            </a:custGeom>
            <a:grpFill/>
            <a:ln w="63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125"/>
            </a:p>
          </p:txBody>
        </p:sp>
        <p:sp>
          <p:nvSpPr>
            <p:cNvPr id="23" name="Graphic 4">
              <a:extLst>
                <a:ext uri="{FF2B5EF4-FFF2-40B4-BE49-F238E27FC236}">
                  <a16:creationId xmlns:a16="http://schemas.microsoft.com/office/drawing/2014/main" id="{C80113E4-6B5D-5992-7CC5-63D9E9807F6D}"/>
                </a:ext>
              </a:extLst>
            </p:cNvPr>
            <p:cNvSpPr/>
            <p:nvPr/>
          </p:nvSpPr>
          <p:spPr>
            <a:xfrm>
              <a:off x="2998797" y="2855717"/>
              <a:ext cx="362309" cy="361971"/>
            </a:xfrm>
            <a:custGeom>
              <a:avLst/>
              <a:gdLst>
                <a:gd name="connsiteX0" fmla="*/ 180835 w 362309"/>
                <a:gd name="connsiteY0" fmla="*/ 0 h 361971"/>
                <a:gd name="connsiteX1" fmla="*/ 0 w 362309"/>
                <a:gd name="connsiteY1" fmla="*/ 181305 h 361971"/>
                <a:gd name="connsiteX2" fmla="*/ 181474 w 362309"/>
                <a:gd name="connsiteY2" fmla="*/ 361972 h 361971"/>
                <a:gd name="connsiteX3" fmla="*/ 362310 w 362309"/>
                <a:gd name="connsiteY3" fmla="*/ 180667 h 361971"/>
                <a:gd name="connsiteX4" fmla="*/ 180835 w 362309"/>
                <a:gd name="connsiteY4" fmla="*/ 0 h 361971"/>
                <a:gd name="connsiteX5" fmla="*/ 180835 w 362309"/>
                <a:gd name="connsiteY5" fmla="*/ 0 h 361971"/>
                <a:gd name="connsiteX6" fmla="*/ 277962 w 362309"/>
                <a:gd name="connsiteY6" fmla="*/ 125126 h 361971"/>
                <a:gd name="connsiteX7" fmla="*/ 244735 w 362309"/>
                <a:gd name="connsiteY7" fmla="*/ 154492 h 361971"/>
                <a:gd name="connsiteX8" fmla="*/ 244735 w 362309"/>
                <a:gd name="connsiteY8" fmla="*/ 255998 h 361971"/>
                <a:gd name="connsiteX9" fmla="*/ 238345 w 362309"/>
                <a:gd name="connsiteY9" fmla="*/ 262382 h 361971"/>
                <a:gd name="connsiteX10" fmla="*/ 88820 w 362309"/>
                <a:gd name="connsiteY10" fmla="*/ 262382 h 361971"/>
                <a:gd name="connsiteX11" fmla="*/ 82430 w 362309"/>
                <a:gd name="connsiteY11" fmla="*/ 255998 h 361971"/>
                <a:gd name="connsiteX12" fmla="*/ 82430 w 362309"/>
                <a:gd name="connsiteY12" fmla="*/ 106612 h 361971"/>
                <a:gd name="connsiteX13" fmla="*/ 88820 w 362309"/>
                <a:gd name="connsiteY13" fmla="*/ 100228 h 361971"/>
                <a:gd name="connsiteX14" fmla="*/ 238345 w 362309"/>
                <a:gd name="connsiteY14" fmla="*/ 100228 h 361971"/>
                <a:gd name="connsiteX15" fmla="*/ 244735 w 362309"/>
                <a:gd name="connsiteY15" fmla="*/ 106612 h 361971"/>
                <a:gd name="connsiteX16" fmla="*/ 244735 w 362309"/>
                <a:gd name="connsiteY16" fmla="*/ 137894 h 361971"/>
                <a:gd name="connsiteX17" fmla="*/ 269655 w 362309"/>
                <a:gd name="connsiteY17" fmla="*/ 116188 h 361971"/>
                <a:gd name="connsiteX18" fmla="*/ 278602 w 362309"/>
                <a:gd name="connsiteY18" fmla="*/ 116827 h 361971"/>
                <a:gd name="connsiteX19" fmla="*/ 277962 w 362309"/>
                <a:gd name="connsiteY19" fmla="*/ 125126 h 361971"/>
                <a:gd name="connsiteX20" fmla="*/ 277962 w 362309"/>
                <a:gd name="connsiteY20" fmla="*/ 125126 h 361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62309" h="361971">
                  <a:moveTo>
                    <a:pt x="180835" y="0"/>
                  </a:moveTo>
                  <a:cubicBezTo>
                    <a:pt x="80513" y="0"/>
                    <a:pt x="0" y="81076"/>
                    <a:pt x="0" y="181305"/>
                  </a:cubicBezTo>
                  <a:cubicBezTo>
                    <a:pt x="0" y="281533"/>
                    <a:pt x="81152" y="361972"/>
                    <a:pt x="181474" y="361972"/>
                  </a:cubicBezTo>
                  <a:cubicBezTo>
                    <a:pt x="281157" y="361972"/>
                    <a:pt x="362310" y="280895"/>
                    <a:pt x="362310" y="180667"/>
                  </a:cubicBezTo>
                  <a:cubicBezTo>
                    <a:pt x="362310" y="80438"/>
                    <a:pt x="281157" y="0"/>
                    <a:pt x="180835" y="0"/>
                  </a:cubicBezTo>
                  <a:cubicBezTo>
                    <a:pt x="180835" y="0"/>
                    <a:pt x="180835" y="0"/>
                    <a:pt x="180835" y="0"/>
                  </a:cubicBezTo>
                  <a:close/>
                  <a:moveTo>
                    <a:pt x="277962" y="125126"/>
                  </a:moveTo>
                  <a:lnTo>
                    <a:pt x="244735" y="154492"/>
                  </a:lnTo>
                  <a:lnTo>
                    <a:pt x="244735" y="255998"/>
                  </a:lnTo>
                  <a:cubicBezTo>
                    <a:pt x="244735" y="259828"/>
                    <a:pt x="242179" y="262382"/>
                    <a:pt x="238345" y="262382"/>
                  </a:cubicBezTo>
                  <a:lnTo>
                    <a:pt x="88820" y="262382"/>
                  </a:lnTo>
                  <a:cubicBezTo>
                    <a:pt x="84986" y="262382"/>
                    <a:pt x="82430" y="259828"/>
                    <a:pt x="82430" y="255998"/>
                  </a:cubicBezTo>
                  <a:lnTo>
                    <a:pt x="82430" y="106612"/>
                  </a:lnTo>
                  <a:cubicBezTo>
                    <a:pt x="82430" y="102782"/>
                    <a:pt x="84986" y="100228"/>
                    <a:pt x="88820" y="100228"/>
                  </a:cubicBezTo>
                  <a:lnTo>
                    <a:pt x="238345" y="100228"/>
                  </a:lnTo>
                  <a:cubicBezTo>
                    <a:pt x="242179" y="100228"/>
                    <a:pt x="244735" y="102782"/>
                    <a:pt x="244735" y="106612"/>
                  </a:cubicBezTo>
                  <a:lnTo>
                    <a:pt x="244735" y="137894"/>
                  </a:lnTo>
                  <a:lnTo>
                    <a:pt x="269655" y="116188"/>
                  </a:lnTo>
                  <a:cubicBezTo>
                    <a:pt x="272211" y="113635"/>
                    <a:pt x="276045" y="114273"/>
                    <a:pt x="278602" y="116827"/>
                  </a:cubicBezTo>
                  <a:cubicBezTo>
                    <a:pt x="280518" y="118104"/>
                    <a:pt x="280518" y="122572"/>
                    <a:pt x="277962" y="125126"/>
                  </a:cubicBezTo>
                  <a:cubicBezTo>
                    <a:pt x="277962" y="125126"/>
                    <a:pt x="277962" y="125126"/>
                    <a:pt x="277962" y="125126"/>
                  </a:cubicBezTo>
                  <a:close/>
                </a:path>
              </a:pathLst>
            </a:custGeom>
            <a:grpFill/>
            <a:ln w="63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125"/>
            </a:p>
          </p:txBody>
        </p:sp>
      </p:grpSp>
      <p:grpSp>
        <p:nvGrpSpPr>
          <p:cNvPr id="25" name="Graphic 4">
            <a:extLst>
              <a:ext uri="{FF2B5EF4-FFF2-40B4-BE49-F238E27FC236}">
                <a16:creationId xmlns:a16="http://schemas.microsoft.com/office/drawing/2014/main" id="{1443FFD8-CB3B-0B67-245C-B233F8F7560E}"/>
              </a:ext>
            </a:extLst>
          </p:cNvPr>
          <p:cNvGrpSpPr>
            <a:grpSpLocks noChangeAspect="1"/>
          </p:cNvGrpSpPr>
          <p:nvPr/>
        </p:nvGrpSpPr>
        <p:grpSpPr>
          <a:xfrm>
            <a:off x="5408050" y="3141957"/>
            <a:ext cx="226443" cy="226232"/>
            <a:chOff x="6146480" y="3824168"/>
            <a:chExt cx="362309" cy="361971"/>
          </a:xfrm>
          <a:solidFill>
            <a:srgbClr val="1A3673"/>
          </a:solidFill>
        </p:grpSpPr>
        <p:sp>
          <p:nvSpPr>
            <p:cNvPr id="29" name="Graphic 4">
              <a:extLst>
                <a:ext uri="{FF2B5EF4-FFF2-40B4-BE49-F238E27FC236}">
                  <a16:creationId xmlns:a16="http://schemas.microsoft.com/office/drawing/2014/main" id="{8F02DE40-2A06-697D-A95A-33B882D27473}"/>
                </a:ext>
              </a:extLst>
            </p:cNvPr>
            <p:cNvSpPr/>
            <p:nvPr/>
          </p:nvSpPr>
          <p:spPr>
            <a:xfrm>
              <a:off x="6233383" y="3910990"/>
              <a:ext cx="189141" cy="188965"/>
            </a:xfrm>
            <a:custGeom>
              <a:avLst/>
              <a:gdLst>
                <a:gd name="connsiteX0" fmla="*/ 94571 w 189141"/>
                <a:gd name="connsiteY0" fmla="*/ 0 h 188965"/>
                <a:gd name="connsiteX1" fmla="*/ 0 w 189141"/>
                <a:gd name="connsiteY1" fmla="*/ 94483 h 188965"/>
                <a:gd name="connsiteX2" fmla="*/ 94571 w 189141"/>
                <a:gd name="connsiteY2" fmla="*/ 188966 h 188965"/>
                <a:gd name="connsiteX3" fmla="*/ 189142 w 189141"/>
                <a:gd name="connsiteY3" fmla="*/ 94483 h 188965"/>
                <a:gd name="connsiteX4" fmla="*/ 189142 w 189141"/>
                <a:gd name="connsiteY4" fmla="*/ 94483 h 188965"/>
                <a:gd name="connsiteX5" fmla="*/ 94571 w 189141"/>
                <a:gd name="connsiteY5" fmla="*/ 0 h 188965"/>
                <a:gd name="connsiteX6" fmla="*/ 27477 w 189141"/>
                <a:gd name="connsiteY6" fmla="*/ 100867 h 188965"/>
                <a:gd name="connsiteX7" fmla="*/ 12141 w 189141"/>
                <a:gd name="connsiteY7" fmla="*/ 100867 h 188965"/>
                <a:gd name="connsiteX8" fmla="*/ 5751 w 189141"/>
                <a:gd name="connsiteY8" fmla="*/ 94483 h 188965"/>
                <a:gd name="connsiteX9" fmla="*/ 12141 w 189141"/>
                <a:gd name="connsiteY9" fmla="*/ 88099 h 188965"/>
                <a:gd name="connsiteX10" fmla="*/ 27477 w 189141"/>
                <a:gd name="connsiteY10" fmla="*/ 88099 h 188965"/>
                <a:gd name="connsiteX11" fmla="*/ 33867 w 189141"/>
                <a:gd name="connsiteY11" fmla="*/ 94483 h 188965"/>
                <a:gd name="connsiteX12" fmla="*/ 27477 w 189141"/>
                <a:gd name="connsiteY12" fmla="*/ 100867 h 188965"/>
                <a:gd name="connsiteX13" fmla="*/ 100322 w 189141"/>
                <a:gd name="connsiteY13" fmla="*/ 173006 h 188965"/>
                <a:gd name="connsiteX14" fmla="*/ 93932 w 189141"/>
                <a:gd name="connsiteY14" fmla="*/ 179390 h 188965"/>
                <a:gd name="connsiteX15" fmla="*/ 87542 w 189141"/>
                <a:gd name="connsiteY15" fmla="*/ 173006 h 188965"/>
                <a:gd name="connsiteX16" fmla="*/ 87542 w 189141"/>
                <a:gd name="connsiteY16" fmla="*/ 155769 h 188965"/>
                <a:gd name="connsiteX17" fmla="*/ 93932 w 189141"/>
                <a:gd name="connsiteY17" fmla="*/ 149385 h 188965"/>
                <a:gd name="connsiteX18" fmla="*/ 100322 w 189141"/>
                <a:gd name="connsiteY18" fmla="*/ 155769 h 188965"/>
                <a:gd name="connsiteX19" fmla="*/ 100322 w 189141"/>
                <a:gd name="connsiteY19" fmla="*/ 173006 h 188965"/>
                <a:gd name="connsiteX20" fmla="*/ 172528 w 189141"/>
                <a:gd name="connsiteY20" fmla="*/ 94483 h 188965"/>
                <a:gd name="connsiteX21" fmla="*/ 166138 w 189141"/>
                <a:gd name="connsiteY21" fmla="*/ 100867 h 188965"/>
                <a:gd name="connsiteX22" fmla="*/ 94571 w 189141"/>
                <a:gd name="connsiteY22" fmla="*/ 100867 h 188965"/>
                <a:gd name="connsiteX23" fmla="*/ 88181 w 189141"/>
                <a:gd name="connsiteY23" fmla="*/ 94483 h 188965"/>
                <a:gd name="connsiteX24" fmla="*/ 88181 w 189141"/>
                <a:gd name="connsiteY24" fmla="*/ 94483 h 188965"/>
                <a:gd name="connsiteX25" fmla="*/ 88181 w 189141"/>
                <a:gd name="connsiteY25" fmla="*/ 93206 h 188965"/>
                <a:gd name="connsiteX26" fmla="*/ 88181 w 189141"/>
                <a:gd name="connsiteY26" fmla="*/ 16598 h 188965"/>
                <a:gd name="connsiteX27" fmla="*/ 94571 w 189141"/>
                <a:gd name="connsiteY27" fmla="*/ 10214 h 188965"/>
                <a:gd name="connsiteX28" fmla="*/ 100961 w 189141"/>
                <a:gd name="connsiteY28" fmla="*/ 16598 h 188965"/>
                <a:gd name="connsiteX29" fmla="*/ 100961 w 189141"/>
                <a:gd name="connsiteY29" fmla="*/ 88099 h 188965"/>
                <a:gd name="connsiteX30" fmla="*/ 166777 w 189141"/>
                <a:gd name="connsiteY30" fmla="*/ 88099 h 188965"/>
                <a:gd name="connsiteX31" fmla="*/ 172528 w 189141"/>
                <a:gd name="connsiteY31" fmla="*/ 94483 h 188965"/>
                <a:gd name="connsiteX32" fmla="*/ 172528 w 189141"/>
                <a:gd name="connsiteY32" fmla="*/ 94483 h 188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89141" h="188965">
                  <a:moveTo>
                    <a:pt x="94571" y="0"/>
                  </a:moveTo>
                  <a:cubicBezTo>
                    <a:pt x="42173" y="0"/>
                    <a:pt x="0" y="42134"/>
                    <a:pt x="0" y="94483"/>
                  </a:cubicBezTo>
                  <a:cubicBezTo>
                    <a:pt x="0" y="146832"/>
                    <a:pt x="42173" y="188966"/>
                    <a:pt x="94571" y="188966"/>
                  </a:cubicBezTo>
                  <a:cubicBezTo>
                    <a:pt x="146969" y="188966"/>
                    <a:pt x="189142" y="146832"/>
                    <a:pt x="189142" y="94483"/>
                  </a:cubicBezTo>
                  <a:lnTo>
                    <a:pt x="189142" y="94483"/>
                  </a:lnTo>
                  <a:cubicBezTo>
                    <a:pt x="188503" y="42134"/>
                    <a:pt x="146330" y="0"/>
                    <a:pt x="94571" y="0"/>
                  </a:cubicBezTo>
                  <a:close/>
                  <a:moveTo>
                    <a:pt x="27477" y="100867"/>
                  </a:moveTo>
                  <a:lnTo>
                    <a:pt x="12141" y="100867"/>
                  </a:lnTo>
                  <a:cubicBezTo>
                    <a:pt x="8307" y="100867"/>
                    <a:pt x="5751" y="98313"/>
                    <a:pt x="5751" y="94483"/>
                  </a:cubicBezTo>
                  <a:cubicBezTo>
                    <a:pt x="5751" y="90653"/>
                    <a:pt x="8307" y="88099"/>
                    <a:pt x="12141" y="88099"/>
                  </a:cubicBezTo>
                  <a:lnTo>
                    <a:pt x="27477" y="88099"/>
                  </a:lnTo>
                  <a:cubicBezTo>
                    <a:pt x="31311" y="88099"/>
                    <a:pt x="33867" y="90653"/>
                    <a:pt x="33867" y="94483"/>
                  </a:cubicBezTo>
                  <a:cubicBezTo>
                    <a:pt x="33867" y="98313"/>
                    <a:pt x="31311" y="100867"/>
                    <a:pt x="27477" y="100867"/>
                  </a:cubicBezTo>
                  <a:close/>
                  <a:moveTo>
                    <a:pt x="100322" y="173006"/>
                  </a:moveTo>
                  <a:cubicBezTo>
                    <a:pt x="100322" y="176836"/>
                    <a:pt x="97766" y="179390"/>
                    <a:pt x="93932" y="179390"/>
                  </a:cubicBezTo>
                  <a:cubicBezTo>
                    <a:pt x="90098" y="179390"/>
                    <a:pt x="87542" y="176836"/>
                    <a:pt x="87542" y="173006"/>
                  </a:cubicBezTo>
                  <a:lnTo>
                    <a:pt x="87542" y="155769"/>
                  </a:lnTo>
                  <a:cubicBezTo>
                    <a:pt x="87542" y="151939"/>
                    <a:pt x="90098" y="149385"/>
                    <a:pt x="93932" y="149385"/>
                  </a:cubicBezTo>
                  <a:cubicBezTo>
                    <a:pt x="97766" y="149385"/>
                    <a:pt x="100322" y="151939"/>
                    <a:pt x="100322" y="155769"/>
                  </a:cubicBezTo>
                  <a:lnTo>
                    <a:pt x="100322" y="173006"/>
                  </a:lnTo>
                  <a:close/>
                  <a:moveTo>
                    <a:pt x="172528" y="94483"/>
                  </a:moveTo>
                  <a:cubicBezTo>
                    <a:pt x="172528" y="98313"/>
                    <a:pt x="169972" y="100867"/>
                    <a:pt x="166138" y="100867"/>
                  </a:cubicBezTo>
                  <a:lnTo>
                    <a:pt x="94571" y="100867"/>
                  </a:lnTo>
                  <a:cubicBezTo>
                    <a:pt x="90737" y="100867"/>
                    <a:pt x="88181" y="98313"/>
                    <a:pt x="88181" y="94483"/>
                  </a:cubicBezTo>
                  <a:cubicBezTo>
                    <a:pt x="88181" y="94483"/>
                    <a:pt x="88181" y="94483"/>
                    <a:pt x="88181" y="94483"/>
                  </a:cubicBezTo>
                  <a:cubicBezTo>
                    <a:pt x="88181" y="93845"/>
                    <a:pt x="88181" y="93845"/>
                    <a:pt x="88181" y="93206"/>
                  </a:cubicBezTo>
                  <a:lnTo>
                    <a:pt x="88181" y="16598"/>
                  </a:lnTo>
                  <a:cubicBezTo>
                    <a:pt x="88181" y="12768"/>
                    <a:pt x="90737" y="10214"/>
                    <a:pt x="94571" y="10214"/>
                  </a:cubicBezTo>
                  <a:cubicBezTo>
                    <a:pt x="98405" y="10214"/>
                    <a:pt x="100961" y="12768"/>
                    <a:pt x="100961" y="16598"/>
                  </a:cubicBezTo>
                  <a:lnTo>
                    <a:pt x="100961" y="88099"/>
                  </a:lnTo>
                  <a:lnTo>
                    <a:pt x="166777" y="88099"/>
                  </a:lnTo>
                  <a:cubicBezTo>
                    <a:pt x="169972" y="88099"/>
                    <a:pt x="172528" y="91291"/>
                    <a:pt x="172528" y="94483"/>
                  </a:cubicBezTo>
                  <a:cubicBezTo>
                    <a:pt x="172528" y="94483"/>
                    <a:pt x="172528" y="94483"/>
                    <a:pt x="172528" y="94483"/>
                  </a:cubicBezTo>
                  <a:close/>
                </a:path>
              </a:pathLst>
            </a:custGeom>
            <a:grpFill/>
            <a:ln w="63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125"/>
            </a:p>
          </p:txBody>
        </p:sp>
        <p:sp>
          <p:nvSpPr>
            <p:cNvPr id="30" name="Graphic 4">
              <a:extLst>
                <a:ext uri="{FF2B5EF4-FFF2-40B4-BE49-F238E27FC236}">
                  <a16:creationId xmlns:a16="http://schemas.microsoft.com/office/drawing/2014/main" id="{9A110726-204E-56CB-DE2E-299F1F00B857}"/>
                </a:ext>
              </a:extLst>
            </p:cNvPr>
            <p:cNvSpPr/>
            <p:nvPr/>
          </p:nvSpPr>
          <p:spPr>
            <a:xfrm>
              <a:off x="6146480" y="3824168"/>
              <a:ext cx="362309" cy="361971"/>
            </a:xfrm>
            <a:custGeom>
              <a:avLst/>
              <a:gdLst>
                <a:gd name="connsiteX0" fmla="*/ 181474 w 362309"/>
                <a:gd name="connsiteY0" fmla="*/ 0 h 361971"/>
                <a:gd name="connsiteX1" fmla="*/ 0 w 362309"/>
                <a:gd name="connsiteY1" fmla="*/ 180667 h 361971"/>
                <a:gd name="connsiteX2" fmla="*/ 180835 w 362309"/>
                <a:gd name="connsiteY2" fmla="*/ 361971 h 361971"/>
                <a:gd name="connsiteX3" fmla="*/ 362309 w 362309"/>
                <a:gd name="connsiteY3" fmla="*/ 181305 h 361971"/>
                <a:gd name="connsiteX4" fmla="*/ 362309 w 362309"/>
                <a:gd name="connsiteY4" fmla="*/ 181305 h 361971"/>
                <a:gd name="connsiteX5" fmla="*/ 181474 w 362309"/>
                <a:gd name="connsiteY5" fmla="*/ 0 h 361971"/>
                <a:gd name="connsiteX6" fmla="*/ 181474 w 362309"/>
                <a:gd name="connsiteY6" fmla="*/ 288556 h 361971"/>
                <a:gd name="connsiteX7" fmla="*/ 74123 w 362309"/>
                <a:gd name="connsiteY7" fmla="*/ 181305 h 361971"/>
                <a:gd name="connsiteX8" fmla="*/ 181474 w 362309"/>
                <a:gd name="connsiteY8" fmla="*/ 74054 h 361971"/>
                <a:gd name="connsiteX9" fmla="*/ 288825 w 362309"/>
                <a:gd name="connsiteY9" fmla="*/ 181305 h 361971"/>
                <a:gd name="connsiteX10" fmla="*/ 288825 w 362309"/>
                <a:gd name="connsiteY10" fmla="*/ 181305 h 361971"/>
                <a:gd name="connsiteX11" fmla="*/ 181474 w 362309"/>
                <a:gd name="connsiteY11" fmla="*/ 288556 h 361971"/>
                <a:gd name="connsiteX12" fmla="*/ 181474 w 362309"/>
                <a:gd name="connsiteY12" fmla="*/ 288556 h 361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62309" h="361971">
                  <a:moveTo>
                    <a:pt x="181474" y="0"/>
                  </a:moveTo>
                  <a:cubicBezTo>
                    <a:pt x="81152" y="0"/>
                    <a:pt x="0" y="81076"/>
                    <a:pt x="0" y="180667"/>
                  </a:cubicBezTo>
                  <a:cubicBezTo>
                    <a:pt x="0" y="280257"/>
                    <a:pt x="81152" y="361971"/>
                    <a:pt x="180835" y="361971"/>
                  </a:cubicBezTo>
                  <a:cubicBezTo>
                    <a:pt x="280518" y="361971"/>
                    <a:pt x="362309" y="280895"/>
                    <a:pt x="362309" y="181305"/>
                  </a:cubicBezTo>
                  <a:cubicBezTo>
                    <a:pt x="362309" y="181305"/>
                    <a:pt x="362309" y="181305"/>
                    <a:pt x="362309" y="181305"/>
                  </a:cubicBezTo>
                  <a:cubicBezTo>
                    <a:pt x="362309" y="81076"/>
                    <a:pt x="281157" y="0"/>
                    <a:pt x="181474" y="0"/>
                  </a:cubicBezTo>
                  <a:close/>
                  <a:moveTo>
                    <a:pt x="181474" y="288556"/>
                  </a:moveTo>
                  <a:cubicBezTo>
                    <a:pt x="122048" y="288556"/>
                    <a:pt x="74123" y="240676"/>
                    <a:pt x="74123" y="181305"/>
                  </a:cubicBezTo>
                  <a:cubicBezTo>
                    <a:pt x="74123" y="121934"/>
                    <a:pt x="122048" y="74054"/>
                    <a:pt x="181474" y="74054"/>
                  </a:cubicBezTo>
                  <a:cubicBezTo>
                    <a:pt x="240900" y="74054"/>
                    <a:pt x="288825" y="121934"/>
                    <a:pt x="288825" y="181305"/>
                  </a:cubicBezTo>
                  <a:lnTo>
                    <a:pt x="288825" y="181305"/>
                  </a:lnTo>
                  <a:cubicBezTo>
                    <a:pt x="288825" y="240038"/>
                    <a:pt x="240261" y="287917"/>
                    <a:pt x="181474" y="288556"/>
                  </a:cubicBezTo>
                  <a:lnTo>
                    <a:pt x="181474" y="288556"/>
                  </a:lnTo>
                  <a:close/>
                </a:path>
              </a:pathLst>
            </a:custGeom>
            <a:grpFill/>
            <a:ln w="63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125"/>
            </a:p>
          </p:txBody>
        </p:sp>
      </p:grpSp>
      <p:grpSp>
        <p:nvGrpSpPr>
          <p:cNvPr id="31" name="Graphic 4">
            <a:extLst>
              <a:ext uri="{FF2B5EF4-FFF2-40B4-BE49-F238E27FC236}">
                <a16:creationId xmlns:a16="http://schemas.microsoft.com/office/drawing/2014/main" id="{BA931716-F3AB-D2BF-00D1-6BA1A613BF25}"/>
              </a:ext>
            </a:extLst>
          </p:cNvPr>
          <p:cNvGrpSpPr>
            <a:grpSpLocks noChangeAspect="1"/>
          </p:cNvGrpSpPr>
          <p:nvPr/>
        </p:nvGrpSpPr>
        <p:grpSpPr>
          <a:xfrm>
            <a:off x="4321783" y="2498757"/>
            <a:ext cx="226446" cy="226232"/>
            <a:chOff x="1952125" y="3824168"/>
            <a:chExt cx="362313" cy="361971"/>
          </a:xfrm>
          <a:solidFill>
            <a:srgbClr val="1A3673"/>
          </a:solidFill>
        </p:grpSpPr>
        <p:sp>
          <p:nvSpPr>
            <p:cNvPr id="32" name="Graphic 4">
              <a:extLst>
                <a:ext uri="{FF2B5EF4-FFF2-40B4-BE49-F238E27FC236}">
                  <a16:creationId xmlns:a16="http://schemas.microsoft.com/office/drawing/2014/main" id="{F2BC3026-788E-D140-70BA-DF29913A510F}"/>
                </a:ext>
              </a:extLst>
            </p:cNvPr>
            <p:cNvSpPr/>
            <p:nvPr/>
          </p:nvSpPr>
          <p:spPr>
            <a:xfrm>
              <a:off x="2121459" y="4099317"/>
              <a:ext cx="7028" cy="9575"/>
            </a:xfrm>
            <a:custGeom>
              <a:avLst/>
              <a:gdLst>
                <a:gd name="connsiteX0" fmla="*/ 3834 w 7028"/>
                <a:gd name="connsiteY0" fmla="*/ 0 h 9575"/>
                <a:gd name="connsiteX1" fmla="*/ 0 w 7028"/>
                <a:gd name="connsiteY1" fmla="*/ 9576 h 9575"/>
                <a:gd name="connsiteX2" fmla="*/ 3834 w 7028"/>
                <a:gd name="connsiteY2" fmla="*/ 9576 h 9575"/>
                <a:gd name="connsiteX3" fmla="*/ 7029 w 7028"/>
                <a:gd name="connsiteY3" fmla="*/ 0 h 9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28" h="9575">
                  <a:moveTo>
                    <a:pt x="3834" y="0"/>
                  </a:moveTo>
                  <a:lnTo>
                    <a:pt x="0" y="9576"/>
                  </a:lnTo>
                  <a:lnTo>
                    <a:pt x="3834" y="9576"/>
                  </a:lnTo>
                  <a:lnTo>
                    <a:pt x="7029" y="0"/>
                  </a:lnTo>
                  <a:close/>
                </a:path>
              </a:pathLst>
            </a:custGeom>
            <a:grpFill/>
            <a:ln w="63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125"/>
            </a:p>
          </p:txBody>
        </p:sp>
        <p:sp>
          <p:nvSpPr>
            <p:cNvPr id="34" name="Graphic 4">
              <a:extLst>
                <a:ext uri="{FF2B5EF4-FFF2-40B4-BE49-F238E27FC236}">
                  <a16:creationId xmlns:a16="http://schemas.microsoft.com/office/drawing/2014/main" id="{4452AF70-407A-DAF7-5BF7-5DAF10047F2B}"/>
                </a:ext>
              </a:extLst>
            </p:cNvPr>
            <p:cNvSpPr/>
            <p:nvPr/>
          </p:nvSpPr>
          <p:spPr>
            <a:xfrm>
              <a:off x="2139350" y="4099317"/>
              <a:ext cx="74123" cy="9575"/>
            </a:xfrm>
            <a:custGeom>
              <a:avLst/>
              <a:gdLst>
                <a:gd name="connsiteX0" fmla="*/ 69011 w 74123"/>
                <a:gd name="connsiteY0" fmla="*/ 0 h 9575"/>
                <a:gd name="connsiteX1" fmla="*/ 3195 w 74123"/>
                <a:gd name="connsiteY1" fmla="*/ 0 h 9575"/>
                <a:gd name="connsiteX2" fmla="*/ 0 w 74123"/>
                <a:gd name="connsiteY2" fmla="*/ 9576 h 9575"/>
                <a:gd name="connsiteX3" fmla="*/ 69650 w 74123"/>
                <a:gd name="connsiteY3" fmla="*/ 9576 h 9575"/>
                <a:gd name="connsiteX4" fmla="*/ 74123 w 74123"/>
                <a:gd name="connsiteY4" fmla="*/ 5107 h 9575"/>
                <a:gd name="connsiteX5" fmla="*/ 69011 w 74123"/>
                <a:gd name="connsiteY5" fmla="*/ 0 h 9575"/>
                <a:gd name="connsiteX6" fmla="*/ 69011 w 74123"/>
                <a:gd name="connsiteY6" fmla="*/ 0 h 9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123" h="9575">
                  <a:moveTo>
                    <a:pt x="69011" y="0"/>
                  </a:moveTo>
                  <a:lnTo>
                    <a:pt x="3195" y="0"/>
                  </a:lnTo>
                  <a:lnTo>
                    <a:pt x="0" y="9576"/>
                  </a:lnTo>
                  <a:lnTo>
                    <a:pt x="69650" y="9576"/>
                  </a:lnTo>
                  <a:cubicBezTo>
                    <a:pt x="72206" y="9576"/>
                    <a:pt x="74123" y="7661"/>
                    <a:pt x="74123" y="5107"/>
                  </a:cubicBezTo>
                  <a:cubicBezTo>
                    <a:pt x="73484" y="2554"/>
                    <a:pt x="71567" y="0"/>
                    <a:pt x="69011" y="0"/>
                  </a:cubicBezTo>
                  <a:lnTo>
                    <a:pt x="69011" y="0"/>
                  </a:lnTo>
                  <a:close/>
                </a:path>
              </a:pathLst>
            </a:custGeom>
            <a:grpFill/>
            <a:ln w="63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125"/>
            </a:p>
          </p:txBody>
        </p:sp>
        <p:sp>
          <p:nvSpPr>
            <p:cNvPr id="35" name="Graphic 4">
              <a:extLst>
                <a:ext uri="{FF2B5EF4-FFF2-40B4-BE49-F238E27FC236}">
                  <a16:creationId xmlns:a16="http://schemas.microsoft.com/office/drawing/2014/main" id="{7AF45C6A-FB11-DE9A-9C42-DE671B25B5DE}"/>
                </a:ext>
              </a:extLst>
            </p:cNvPr>
            <p:cNvSpPr/>
            <p:nvPr/>
          </p:nvSpPr>
          <p:spPr>
            <a:xfrm>
              <a:off x="2054833" y="4099317"/>
              <a:ext cx="5281" cy="8937"/>
            </a:xfrm>
            <a:custGeom>
              <a:avLst/>
              <a:gdLst>
                <a:gd name="connsiteX0" fmla="*/ 2087 w 5281"/>
                <a:gd name="connsiteY0" fmla="*/ 8938 h 8937"/>
                <a:gd name="connsiteX1" fmla="*/ 5282 w 5281"/>
                <a:gd name="connsiteY1" fmla="*/ 0 h 8937"/>
                <a:gd name="connsiteX2" fmla="*/ 4643 w 5281"/>
                <a:gd name="connsiteY2" fmla="*/ 0 h 8937"/>
                <a:gd name="connsiteX3" fmla="*/ 170 w 5281"/>
                <a:gd name="connsiteY3" fmla="*/ 4469 h 8937"/>
                <a:gd name="connsiteX4" fmla="*/ 2087 w 5281"/>
                <a:gd name="connsiteY4" fmla="*/ 8938 h 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81" h="8937">
                  <a:moveTo>
                    <a:pt x="2087" y="8938"/>
                  </a:moveTo>
                  <a:lnTo>
                    <a:pt x="5282" y="0"/>
                  </a:lnTo>
                  <a:lnTo>
                    <a:pt x="4643" y="0"/>
                  </a:lnTo>
                  <a:cubicBezTo>
                    <a:pt x="2087" y="0"/>
                    <a:pt x="170" y="1915"/>
                    <a:pt x="170" y="4469"/>
                  </a:cubicBezTo>
                  <a:cubicBezTo>
                    <a:pt x="-469" y="6384"/>
                    <a:pt x="809" y="8299"/>
                    <a:pt x="2087" y="8938"/>
                  </a:cubicBezTo>
                  <a:close/>
                </a:path>
              </a:pathLst>
            </a:custGeom>
            <a:grpFill/>
            <a:ln w="63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125"/>
            </a:p>
          </p:txBody>
        </p:sp>
        <p:sp>
          <p:nvSpPr>
            <p:cNvPr id="36" name="Graphic 4">
              <a:extLst>
                <a:ext uri="{FF2B5EF4-FFF2-40B4-BE49-F238E27FC236}">
                  <a16:creationId xmlns:a16="http://schemas.microsoft.com/office/drawing/2014/main" id="{14486ED5-E7DF-3A12-F3D9-3007FA50A5FB}"/>
                </a:ext>
              </a:extLst>
            </p:cNvPr>
            <p:cNvSpPr/>
            <p:nvPr/>
          </p:nvSpPr>
          <p:spPr>
            <a:xfrm>
              <a:off x="2104845" y="4099317"/>
              <a:ext cx="7028" cy="9575"/>
            </a:xfrm>
            <a:custGeom>
              <a:avLst/>
              <a:gdLst>
                <a:gd name="connsiteX0" fmla="*/ 3195 w 7028"/>
                <a:gd name="connsiteY0" fmla="*/ 0 h 9575"/>
                <a:gd name="connsiteX1" fmla="*/ 0 w 7028"/>
                <a:gd name="connsiteY1" fmla="*/ 9576 h 9575"/>
                <a:gd name="connsiteX2" fmla="*/ 3195 w 7028"/>
                <a:gd name="connsiteY2" fmla="*/ 9576 h 9575"/>
                <a:gd name="connsiteX3" fmla="*/ 7029 w 7028"/>
                <a:gd name="connsiteY3" fmla="*/ 0 h 9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28" h="9575">
                  <a:moveTo>
                    <a:pt x="3195" y="0"/>
                  </a:moveTo>
                  <a:lnTo>
                    <a:pt x="0" y="9576"/>
                  </a:lnTo>
                  <a:lnTo>
                    <a:pt x="3195" y="9576"/>
                  </a:lnTo>
                  <a:lnTo>
                    <a:pt x="7029" y="0"/>
                  </a:lnTo>
                  <a:close/>
                </a:path>
              </a:pathLst>
            </a:custGeom>
            <a:grpFill/>
            <a:ln w="63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125"/>
            </a:p>
          </p:txBody>
        </p:sp>
        <p:sp>
          <p:nvSpPr>
            <p:cNvPr id="37" name="Graphic 4">
              <a:extLst>
                <a:ext uri="{FF2B5EF4-FFF2-40B4-BE49-F238E27FC236}">
                  <a16:creationId xmlns:a16="http://schemas.microsoft.com/office/drawing/2014/main" id="{E2D041A7-76FC-77F5-2DDC-508293EE8091}"/>
                </a:ext>
              </a:extLst>
            </p:cNvPr>
            <p:cNvSpPr/>
            <p:nvPr/>
          </p:nvSpPr>
          <p:spPr>
            <a:xfrm>
              <a:off x="2087592" y="4099317"/>
              <a:ext cx="7028" cy="9575"/>
            </a:xfrm>
            <a:custGeom>
              <a:avLst/>
              <a:gdLst>
                <a:gd name="connsiteX0" fmla="*/ 3195 w 7028"/>
                <a:gd name="connsiteY0" fmla="*/ 0 h 9575"/>
                <a:gd name="connsiteX1" fmla="*/ 0 w 7028"/>
                <a:gd name="connsiteY1" fmla="*/ 9576 h 9575"/>
                <a:gd name="connsiteX2" fmla="*/ 3195 w 7028"/>
                <a:gd name="connsiteY2" fmla="*/ 9576 h 9575"/>
                <a:gd name="connsiteX3" fmla="*/ 7029 w 7028"/>
                <a:gd name="connsiteY3" fmla="*/ 0 h 9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28" h="9575">
                  <a:moveTo>
                    <a:pt x="3195" y="0"/>
                  </a:moveTo>
                  <a:lnTo>
                    <a:pt x="0" y="9576"/>
                  </a:lnTo>
                  <a:lnTo>
                    <a:pt x="3195" y="9576"/>
                  </a:lnTo>
                  <a:lnTo>
                    <a:pt x="7029" y="0"/>
                  </a:lnTo>
                  <a:close/>
                </a:path>
              </a:pathLst>
            </a:custGeom>
            <a:grpFill/>
            <a:ln w="63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125"/>
            </a:p>
          </p:txBody>
        </p:sp>
        <p:sp>
          <p:nvSpPr>
            <p:cNvPr id="38" name="Graphic 4">
              <a:extLst>
                <a:ext uri="{FF2B5EF4-FFF2-40B4-BE49-F238E27FC236}">
                  <a16:creationId xmlns:a16="http://schemas.microsoft.com/office/drawing/2014/main" id="{3F05E072-FDF6-EB63-7737-97330FF70686}"/>
                </a:ext>
              </a:extLst>
            </p:cNvPr>
            <p:cNvSpPr/>
            <p:nvPr/>
          </p:nvSpPr>
          <p:spPr>
            <a:xfrm>
              <a:off x="2070339" y="4099317"/>
              <a:ext cx="7028" cy="9575"/>
            </a:xfrm>
            <a:custGeom>
              <a:avLst/>
              <a:gdLst>
                <a:gd name="connsiteX0" fmla="*/ 3834 w 7028"/>
                <a:gd name="connsiteY0" fmla="*/ 0 h 9575"/>
                <a:gd name="connsiteX1" fmla="*/ 0 w 7028"/>
                <a:gd name="connsiteY1" fmla="*/ 9576 h 9575"/>
                <a:gd name="connsiteX2" fmla="*/ 3834 w 7028"/>
                <a:gd name="connsiteY2" fmla="*/ 9576 h 9575"/>
                <a:gd name="connsiteX3" fmla="*/ 7029 w 7028"/>
                <a:gd name="connsiteY3" fmla="*/ 0 h 9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28" h="9575">
                  <a:moveTo>
                    <a:pt x="3834" y="0"/>
                  </a:moveTo>
                  <a:lnTo>
                    <a:pt x="0" y="9576"/>
                  </a:lnTo>
                  <a:lnTo>
                    <a:pt x="3834" y="9576"/>
                  </a:lnTo>
                  <a:lnTo>
                    <a:pt x="7029" y="0"/>
                  </a:lnTo>
                  <a:close/>
                </a:path>
              </a:pathLst>
            </a:custGeom>
            <a:grpFill/>
            <a:ln w="63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125"/>
            </a:p>
          </p:txBody>
        </p:sp>
        <p:sp>
          <p:nvSpPr>
            <p:cNvPr id="39" name="Graphic 4">
              <a:extLst>
                <a:ext uri="{FF2B5EF4-FFF2-40B4-BE49-F238E27FC236}">
                  <a16:creationId xmlns:a16="http://schemas.microsoft.com/office/drawing/2014/main" id="{4F5BCBEA-00B3-90F3-7F22-B3D997964B71}"/>
                </a:ext>
              </a:extLst>
            </p:cNvPr>
            <p:cNvSpPr/>
            <p:nvPr/>
          </p:nvSpPr>
          <p:spPr>
            <a:xfrm>
              <a:off x="2053086" y="3900137"/>
              <a:ext cx="159109" cy="159599"/>
            </a:xfrm>
            <a:custGeom>
              <a:avLst/>
              <a:gdLst>
                <a:gd name="connsiteX0" fmla="*/ 144413 w 159109"/>
                <a:gd name="connsiteY0" fmla="*/ 67032 h 159599"/>
                <a:gd name="connsiteX1" fmla="*/ 135467 w 159109"/>
                <a:gd name="connsiteY1" fmla="*/ 44688 h 159599"/>
                <a:gd name="connsiteX2" fmla="*/ 136106 w 159109"/>
                <a:gd name="connsiteY2" fmla="*/ 37027 h 159599"/>
                <a:gd name="connsiteX3" fmla="*/ 143135 w 159109"/>
                <a:gd name="connsiteY3" fmla="*/ 30005 h 159599"/>
                <a:gd name="connsiteX4" fmla="*/ 131633 w 159109"/>
                <a:gd name="connsiteY4" fmla="*/ 18514 h 159599"/>
                <a:gd name="connsiteX5" fmla="*/ 125243 w 159109"/>
                <a:gd name="connsiteY5" fmla="*/ 24898 h 159599"/>
                <a:gd name="connsiteX6" fmla="*/ 116936 w 159109"/>
                <a:gd name="connsiteY6" fmla="*/ 25536 h 159599"/>
                <a:gd name="connsiteX7" fmla="*/ 94571 w 159109"/>
                <a:gd name="connsiteY7" fmla="*/ 15960 h 159599"/>
                <a:gd name="connsiteX8" fmla="*/ 89459 w 159109"/>
                <a:gd name="connsiteY8" fmla="*/ 9576 h 159599"/>
                <a:gd name="connsiteX9" fmla="*/ 89459 w 159109"/>
                <a:gd name="connsiteY9" fmla="*/ 0 h 159599"/>
                <a:gd name="connsiteX10" fmla="*/ 72845 w 159109"/>
                <a:gd name="connsiteY10" fmla="*/ 0 h 159599"/>
                <a:gd name="connsiteX11" fmla="*/ 72845 w 159109"/>
                <a:gd name="connsiteY11" fmla="*/ 10215 h 159599"/>
                <a:gd name="connsiteX12" fmla="*/ 67733 w 159109"/>
                <a:gd name="connsiteY12" fmla="*/ 16599 h 159599"/>
                <a:gd name="connsiteX13" fmla="*/ 45369 w 159109"/>
                <a:gd name="connsiteY13" fmla="*/ 25536 h 159599"/>
                <a:gd name="connsiteX14" fmla="*/ 37701 w 159109"/>
                <a:gd name="connsiteY14" fmla="*/ 24898 h 159599"/>
                <a:gd name="connsiteX15" fmla="*/ 30672 w 159109"/>
                <a:gd name="connsiteY15" fmla="*/ 17875 h 159599"/>
                <a:gd name="connsiteX16" fmla="*/ 18531 w 159109"/>
                <a:gd name="connsiteY16" fmla="*/ 29367 h 159599"/>
                <a:gd name="connsiteX17" fmla="*/ 24921 w 159109"/>
                <a:gd name="connsiteY17" fmla="*/ 35751 h 159599"/>
                <a:gd name="connsiteX18" fmla="*/ 25560 w 159109"/>
                <a:gd name="connsiteY18" fmla="*/ 44050 h 159599"/>
                <a:gd name="connsiteX19" fmla="*/ 15975 w 159109"/>
                <a:gd name="connsiteY19" fmla="*/ 65755 h 159599"/>
                <a:gd name="connsiteX20" fmla="*/ 9585 w 159109"/>
                <a:gd name="connsiteY20" fmla="*/ 70862 h 159599"/>
                <a:gd name="connsiteX21" fmla="*/ 0 w 159109"/>
                <a:gd name="connsiteY21" fmla="*/ 70862 h 159599"/>
                <a:gd name="connsiteX22" fmla="*/ 0 w 159109"/>
                <a:gd name="connsiteY22" fmla="*/ 87461 h 159599"/>
                <a:gd name="connsiteX23" fmla="*/ 9585 w 159109"/>
                <a:gd name="connsiteY23" fmla="*/ 87461 h 159599"/>
                <a:gd name="connsiteX24" fmla="*/ 15975 w 159109"/>
                <a:gd name="connsiteY24" fmla="*/ 92568 h 159599"/>
                <a:gd name="connsiteX25" fmla="*/ 24921 w 159109"/>
                <a:gd name="connsiteY25" fmla="*/ 114912 h 159599"/>
                <a:gd name="connsiteX26" fmla="*/ 24282 w 159109"/>
                <a:gd name="connsiteY26" fmla="*/ 122573 h 159599"/>
                <a:gd name="connsiteX27" fmla="*/ 17253 w 159109"/>
                <a:gd name="connsiteY27" fmla="*/ 129595 h 159599"/>
                <a:gd name="connsiteX28" fmla="*/ 28755 w 159109"/>
                <a:gd name="connsiteY28" fmla="*/ 141086 h 159599"/>
                <a:gd name="connsiteX29" fmla="*/ 35145 w 159109"/>
                <a:gd name="connsiteY29" fmla="*/ 134702 h 159599"/>
                <a:gd name="connsiteX30" fmla="*/ 43452 w 159109"/>
                <a:gd name="connsiteY30" fmla="*/ 134064 h 159599"/>
                <a:gd name="connsiteX31" fmla="*/ 65177 w 159109"/>
                <a:gd name="connsiteY31" fmla="*/ 143640 h 159599"/>
                <a:gd name="connsiteX32" fmla="*/ 70289 w 159109"/>
                <a:gd name="connsiteY32" fmla="*/ 150024 h 159599"/>
                <a:gd name="connsiteX33" fmla="*/ 70289 w 159109"/>
                <a:gd name="connsiteY33" fmla="*/ 159600 h 159599"/>
                <a:gd name="connsiteX34" fmla="*/ 86903 w 159109"/>
                <a:gd name="connsiteY34" fmla="*/ 159600 h 159599"/>
                <a:gd name="connsiteX35" fmla="*/ 86903 w 159109"/>
                <a:gd name="connsiteY35" fmla="*/ 150024 h 159599"/>
                <a:gd name="connsiteX36" fmla="*/ 92015 w 159109"/>
                <a:gd name="connsiteY36" fmla="*/ 143640 h 159599"/>
                <a:gd name="connsiteX37" fmla="*/ 114380 w 159109"/>
                <a:gd name="connsiteY37" fmla="*/ 134702 h 159599"/>
                <a:gd name="connsiteX38" fmla="*/ 122048 w 159109"/>
                <a:gd name="connsiteY38" fmla="*/ 135341 h 159599"/>
                <a:gd name="connsiteX39" fmla="*/ 129077 w 159109"/>
                <a:gd name="connsiteY39" fmla="*/ 142363 h 159599"/>
                <a:gd name="connsiteX40" fmla="*/ 140579 w 159109"/>
                <a:gd name="connsiteY40" fmla="*/ 130872 h 159599"/>
                <a:gd name="connsiteX41" fmla="*/ 134189 w 159109"/>
                <a:gd name="connsiteY41" fmla="*/ 124488 h 159599"/>
                <a:gd name="connsiteX42" fmla="*/ 133550 w 159109"/>
                <a:gd name="connsiteY42" fmla="*/ 116189 h 159599"/>
                <a:gd name="connsiteX43" fmla="*/ 143135 w 159109"/>
                <a:gd name="connsiteY43" fmla="*/ 93845 h 159599"/>
                <a:gd name="connsiteX44" fmla="*/ 149525 w 159109"/>
                <a:gd name="connsiteY44" fmla="*/ 88738 h 159599"/>
                <a:gd name="connsiteX45" fmla="*/ 159110 w 159109"/>
                <a:gd name="connsiteY45" fmla="*/ 88738 h 159599"/>
                <a:gd name="connsiteX46" fmla="*/ 159110 w 159109"/>
                <a:gd name="connsiteY46" fmla="*/ 72139 h 159599"/>
                <a:gd name="connsiteX47" fmla="*/ 149525 w 159109"/>
                <a:gd name="connsiteY47" fmla="*/ 72139 h 159599"/>
                <a:gd name="connsiteX48" fmla="*/ 144413 w 159109"/>
                <a:gd name="connsiteY48" fmla="*/ 67032 h 159599"/>
                <a:gd name="connsiteX49" fmla="*/ 80513 w 159109"/>
                <a:gd name="connsiteY49" fmla="*/ 125765 h 159599"/>
                <a:gd name="connsiteX50" fmla="*/ 34506 w 159109"/>
                <a:gd name="connsiteY50" fmla="*/ 80438 h 159599"/>
                <a:gd name="connsiteX51" fmla="*/ 79874 w 159109"/>
                <a:gd name="connsiteY51" fmla="*/ 34474 h 159599"/>
                <a:gd name="connsiteX52" fmla="*/ 125882 w 159109"/>
                <a:gd name="connsiteY52" fmla="*/ 79800 h 159599"/>
                <a:gd name="connsiteX53" fmla="*/ 125882 w 159109"/>
                <a:gd name="connsiteY53" fmla="*/ 79800 h 159599"/>
                <a:gd name="connsiteX54" fmla="*/ 80513 w 159109"/>
                <a:gd name="connsiteY54" fmla="*/ 125765 h 159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159109" h="159599">
                  <a:moveTo>
                    <a:pt x="144413" y="67032"/>
                  </a:moveTo>
                  <a:cubicBezTo>
                    <a:pt x="142496" y="59371"/>
                    <a:pt x="139940" y="51710"/>
                    <a:pt x="135467" y="44688"/>
                  </a:cubicBezTo>
                  <a:cubicBezTo>
                    <a:pt x="133550" y="42135"/>
                    <a:pt x="134189" y="38943"/>
                    <a:pt x="136106" y="37027"/>
                  </a:cubicBezTo>
                  <a:lnTo>
                    <a:pt x="143135" y="30005"/>
                  </a:lnTo>
                  <a:lnTo>
                    <a:pt x="131633" y="18514"/>
                  </a:lnTo>
                  <a:lnTo>
                    <a:pt x="125243" y="24898"/>
                  </a:lnTo>
                  <a:cubicBezTo>
                    <a:pt x="123326" y="26813"/>
                    <a:pt x="119492" y="27451"/>
                    <a:pt x="116936" y="25536"/>
                  </a:cubicBezTo>
                  <a:cubicBezTo>
                    <a:pt x="109907" y="21067"/>
                    <a:pt x="102878" y="17875"/>
                    <a:pt x="94571" y="15960"/>
                  </a:cubicBezTo>
                  <a:cubicBezTo>
                    <a:pt x="91376" y="15322"/>
                    <a:pt x="89459" y="12768"/>
                    <a:pt x="89459" y="9576"/>
                  </a:cubicBezTo>
                  <a:lnTo>
                    <a:pt x="89459" y="0"/>
                  </a:lnTo>
                  <a:lnTo>
                    <a:pt x="72845" y="0"/>
                  </a:lnTo>
                  <a:lnTo>
                    <a:pt x="72845" y="10215"/>
                  </a:lnTo>
                  <a:cubicBezTo>
                    <a:pt x="72845" y="13407"/>
                    <a:pt x="70928" y="15960"/>
                    <a:pt x="67733" y="16599"/>
                  </a:cubicBezTo>
                  <a:cubicBezTo>
                    <a:pt x="60066" y="18514"/>
                    <a:pt x="52398" y="21067"/>
                    <a:pt x="45369" y="25536"/>
                  </a:cubicBezTo>
                  <a:cubicBezTo>
                    <a:pt x="42813" y="26813"/>
                    <a:pt x="39618" y="26813"/>
                    <a:pt x="37701" y="24898"/>
                  </a:cubicBezTo>
                  <a:lnTo>
                    <a:pt x="30672" y="17875"/>
                  </a:lnTo>
                  <a:lnTo>
                    <a:pt x="18531" y="29367"/>
                  </a:lnTo>
                  <a:lnTo>
                    <a:pt x="24921" y="35751"/>
                  </a:lnTo>
                  <a:cubicBezTo>
                    <a:pt x="26838" y="37666"/>
                    <a:pt x="27477" y="41496"/>
                    <a:pt x="25560" y="44050"/>
                  </a:cubicBezTo>
                  <a:cubicBezTo>
                    <a:pt x="21087" y="50434"/>
                    <a:pt x="17892" y="58094"/>
                    <a:pt x="15975" y="65755"/>
                  </a:cubicBezTo>
                  <a:cubicBezTo>
                    <a:pt x="15336" y="68947"/>
                    <a:pt x="12780" y="70862"/>
                    <a:pt x="9585" y="70862"/>
                  </a:cubicBezTo>
                  <a:lnTo>
                    <a:pt x="0" y="70862"/>
                  </a:lnTo>
                  <a:lnTo>
                    <a:pt x="0" y="87461"/>
                  </a:lnTo>
                  <a:lnTo>
                    <a:pt x="9585" y="87461"/>
                  </a:lnTo>
                  <a:cubicBezTo>
                    <a:pt x="12780" y="87461"/>
                    <a:pt x="15336" y="89376"/>
                    <a:pt x="15975" y="92568"/>
                  </a:cubicBezTo>
                  <a:cubicBezTo>
                    <a:pt x="17892" y="100229"/>
                    <a:pt x="20448" y="107889"/>
                    <a:pt x="24921" y="114912"/>
                  </a:cubicBezTo>
                  <a:cubicBezTo>
                    <a:pt x="26838" y="117465"/>
                    <a:pt x="26199" y="120657"/>
                    <a:pt x="24282" y="122573"/>
                  </a:cubicBezTo>
                  <a:lnTo>
                    <a:pt x="17253" y="129595"/>
                  </a:lnTo>
                  <a:lnTo>
                    <a:pt x="28755" y="141086"/>
                  </a:lnTo>
                  <a:lnTo>
                    <a:pt x="35145" y="134702"/>
                  </a:lnTo>
                  <a:cubicBezTo>
                    <a:pt x="37062" y="132787"/>
                    <a:pt x="40896" y="132149"/>
                    <a:pt x="43452" y="134064"/>
                  </a:cubicBezTo>
                  <a:cubicBezTo>
                    <a:pt x="49842" y="138533"/>
                    <a:pt x="57509" y="141724"/>
                    <a:pt x="65177" y="143640"/>
                  </a:cubicBezTo>
                  <a:cubicBezTo>
                    <a:pt x="68372" y="144278"/>
                    <a:pt x="70289" y="146832"/>
                    <a:pt x="70289" y="150024"/>
                  </a:cubicBezTo>
                  <a:lnTo>
                    <a:pt x="70289" y="159600"/>
                  </a:lnTo>
                  <a:lnTo>
                    <a:pt x="86903" y="159600"/>
                  </a:lnTo>
                  <a:lnTo>
                    <a:pt x="86903" y="150024"/>
                  </a:lnTo>
                  <a:cubicBezTo>
                    <a:pt x="86903" y="146832"/>
                    <a:pt x="88820" y="144278"/>
                    <a:pt x="92015" y="143640"/>
                  </a:cubicBezTo>
                  <a:cubicBezTo>
                    <a:pt x="99683" y="141724"/>
                    <a:pt x="107351" y="139171"/>
                    <a:pt x="114380" y="134702"/>
                  </a:cubicBezTo>
                  <a:cubicBezTo>
                    <a:pt x="116936" y="132787"/>
                    <a:pt x="120131" y="133425"/>
                    <a:pt x="122048" y="135341"/>
                  </a:cubicBezTo>
                  <a:lnTo>
                    <a:pt x="129077" y="142363"/>
                  </a:lnTo>
                  <a:lnTo>
                    <a:pt x="140579" y="130872"/>
                  </a:lnTo>
                  <a:lnTo>
                    <a:pt x="134189" y="124488"/>
                  </a:lnTo>
                  <a:cubicBezTo>
                    <a:pt x="132272" y="122573"/>
                    <a:pt x="131633" y="118742"/>
                    <a:pt x="133550" y="116189"/>
                  </a:cubicBezTo>
                  <a:cubicBezTo>
                    <a:pt x="138023" y="109805"/>
                    <a:pt x="141218" y="102144"/>
                    <a:pt x="143135" y="93845"/>
                  </a:cubicBezTo>
                  <a:cubicBezTo>
                    <a:pt x="143774" y="90653"/>
                    <a:pt x="146330" y="88738"/>
                    <a:pt x="149525" y="88738"/>
                  </a:cubicBezTo>
                  <a:lnTo>
                    <a:pt x="159110" y="88738"/>
                  </a:lnTo>
                  <a:lnTo>
                    <a:pt x="159110" y="72139"/>
                  </a:lnTo>
                  <a:lnTo>
                    <a:pt x="149525" y="72139"/>
                  </a:lnTo>
                  <a:cubicBezTo>
                    <a:pt x="147608" y="72778"/>
                    <a:pt x="145052" y="70224"/>
                    <a:pt x="144413" y="67032"/>
                  </a:cubicBezTo>
                  <a:close/>
                  <a:moveTo>
                    <a:pt x="80513" y="125765"/>
                  </a:moveTo>
                  <a:cubicBezTo>
                    <a:pt x="55593" y="125765"/>
                    <a:pt x="34506" y="105336"/>
                    <a:pt x="34506" y="80438"/>
                  </a:cubicBezTo>
                  <a:cubicBezTo>
                    <a:pt x="34506" y="55541"/>
                    <a:pt x="54954" y="34474"/>
                    <a:pt x="79874" y="34474"/>
                  </a:cubicBezTo>
                  <a:cubicBezTo>
                    <a:pt x="104795" y="34474"/>
                    <a:pt x="125882" y="54902"/>
                    <a:pt x="125882" y="79800"/>
                  </a:cubicBezTo>
                  <a:cubicBezTo>
                    <a:pt x="125882" y="79800"/>
                    <a:pt x="125882" y="79800"/>
                    <a:pt x="125882" y="79800"/>
                  </a:cubicBezTo>
                  <a:cubicBezTo>
                    <a:pt x="126521" y="105336"/>
                    <a:pt x="106073" y="125765"/>
                    <a:pt x="80513" y="125765"/>
                  </a:cubicBezTo>
                  <a:close/>
                </a:path>
              </a:pathLst>
            </a:custGeom>
            <a:grpFill/>
            <a:ln w="63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125"/>
            </a:p>
          </p:txBody>
        </p:sp>
        <p:sp>
          <p:nvSpPr>
            <p:cNvPr id="40" name="Graphic 4">
              <a:extLst>
                <a:ext uri="{FF2B5EF4-FFF2-40B4-BE49-F238E27FC236}">
                  <a16:creationId xmlns:a16="http://schemas.microsoft.com/office/drawing/2014/main" id="{5F9776A6-868A-2D18-52DE-0C49F1795E20}"/>
                </a:ext>
              </a:extLst>
            </p:cNvPr>
            <p:cNvSpPr/>
            <p:nvPr/>
          </p:nvSpPr>
          <p:spPr>
            <a:xfrm>
              <a:off x="1952125" y="3824168"/>
              <a:ext cx="362313" cy="361971"/>
            </a:xfrm>
            <a:custGeom>
              <a:avLst/>
              <a:gdLst>
                <a:gd name="connsiteX0" fmla="*/ 181474 w 362313"/>
                <a:gd name="connsiteY0" fmla="*/ 0 h 361971"/>
                <a:gd name="connsiteX1" fmla="*/ 0 w 362313"/>
                <a:gd name="connsiteY1" fmla="*/ 180667 h 361971"/>
                <a:gd name="connsiteX2" fmla="*/ 180835 w 362313"/>
                <a:gd name="connsiteY2" fmla="*/ 361971 h 361971"/>
                <a:gd name="connsiteX3" fmla="*/ 362310 w 362313"/>
                <a:gd name="connsiteY3" fmla="*/ 181305 h 361971"/>
                <a:gd name="connsiteX4" fmla="*/ 362310 w 362313"/>
                <a:gd name="connsiteY4" fmla="*/ 181305 h 361971"/>
                <a:gd name="connsiteX5" fmla="*/ 181474 w 362313"/>
                <a:gd name="connsiteY5" fmla="*/ 0 h 361971"/>
                <a:gd name="connsiteX6" fmla="*/ 256237 w 362313"/>
                <a:gd name="connsiteY6" fmla="*/ 297493 h 361971"/>
                <a:gd name="connsiteX7" fmla="*/ 107351 w 362313"/>
                <a:gd name="connsiteY7" fmla="*/ 297493 h 361971"/>
                <a:gd name="connsiteX8" fmla="*/ 90098 w 362313"/>
                <a:gd name="connsiteY8" fmla="*/ 280257 h 361971"/>
                <a:gd name="connsiteX9" fmla="*/ 107351 w 362313"/>
                <a:gd name="connsiteY9" fmla="*/ 263020 h 361971"/>
                <a:gd name="connsiteX10" fmla="*/ 256237 w 362313"/>
                <a:gd name="connsiteY10" fmla="*/ 263020 h 361971"/>
                <a:gd name="connsiteX11" fmla="*/ 273489 w 362313"/>
                <a:gd name="connsiteY11" fmla="*/ 280257 h 361971"/>
                <a:gd name="connsiteX12" fmla="*/ 256237 w 362313"/>
                <a:gd name="connsiteY12" fmla="*/ 297493 h 361971"/>
                <a:gd name="connsiteX13" fmla="*/ 273489 w 362313"/>
                <a:gd name="connsiteY13" fmla="*/ 171091 h 361971"/>
                <a:gd name="connsiteX14" fmla="*/ 267099 w 362313"/>
                <a:gd name="connsiteY14" fmla="*/ 177475 h 361971"/>
                <a:gd name="connsiteX15" fmla="*/ 256237 w 362313"/>
                <a:gd name="connsiteY15" fmla="*/ 177475 h 361971"/>
                <a:gd name="connsiteX16" fmla="*/ 249208 w 362313"/>
                <a:gd name="connsiteY16" fmla="*/ 194073 h 361971"/>
                <a:gd name="connsiteX17" fmla="*/ 256876 w 362313"/>
                <a:gd name="connsiteY17" fmla="*/ 201734 h 361971"/>
                <a:gd name="connsiteX18" fmla="*/ 256876 w 362313"/>
                <a:gd name="connsiteY18" fmla="*/ 210671 h 361971"/>
                <a:gd name="connsiteX19" fmla="*/ 236428 w 362313"/>
                <a:gd name="connsiteY19" fmla="*/ 231100 h 361971"/>
                <a:gd name="connsiteX20" fmla="*/ 227482 w 362313"/>
                <a:gd name="connsiteY20" fmla="*/ 231100 h 361971"/>
                <a:gd name="connsiteX21" fmla="*/ 219814 w 362313"/>
                <a:gd name="connsiteY21" fmla="*/ 223439 h 361971"/>
                <a:gd name="connsiteX22" fmla="*/ 203200 w 362313"/>
                <a:gd name="connsiteY22" fmla="*/ 230462 h 361971"/>
                <a:gd name="connsiteX23" fmla="*/ 203200 w 362313"/>
                <a:gd name="connsiteY23" fmla="*/ 241314 h 361971"/>
                <a:gd name="connsiteX24" fmla="*/ 196810 w 362313"/>
                <a:gd name="connsiteY24" fmla="*/ 247698 h 361971"/>
                <a:gd name="connsiteX25" fmla="*/ 167416 w 362313"/>
                <a:gd name="connsiteY25" fmla="*/ 247698 h 361971"/>
                <a:gd name="connsiteX26" fmla="*/ 161027 w 362313"/>
                <a:gd name="connsiteY26" fmla="*/ 241314 h 361971"/>
                <a:gd name="connsiteX27" fmla="*/ 161027 w 362313"/>
                <a:gd name="connsiteY27" fmla="*/ 230462 h 361971"/>
                <a:gd name="connsiteX28" fmla="*/ 144413 w 362313"/>
                <a:gd name="connsiteY28" fmla="*/ 223439 h 361971"/>
                <a:gd name="connsiteX29" fmla="*/ 136745 w 362313"/>
                <a:gd name="connsiteY29" fmla="*/ 231100 h 361971"/>
                <a:gd name="connsiteX30" fmla="*/ 127799 w 362313"/>
                <a:gd name="connsiteY30" fmla="*/ 231100 h 361971"/>
                <a:gd name="connsiteX31" fmla="*/ 107351 w 362313"/>
                <a:gd name="connsiteY31" fmla="*/ 210671 h 361971"/>
                <a:gd name="connsiteX32" fmla="*/ 105434 w 362313"/>
                <a:gd name="connsiteY32" fmla="*/ 206203 h 361971"/>
                <a:gd name="connsiteX33" fmla="*/ 107351 w 362313"/>
                <a:gd name="connsiteY33" fmla="*/ 201734 h 361971"/>
                <a:gd name="connsiteX34" fmla="*/ 115019 w 362313"/>
                <a:gd name="connsiteY34" fmla="*/ 194073 h 361971"/>
                <a:gd name="connsiteX35" fmla="*/ 107990 w 362313"/>
                <a:gd name="connsiteY35" fmla="*/ 177475 h 361971"/>
                <a:gd name="connsiteX36" fmla="*/ 97127 w 362313"/>
                <a:gd name="connsiteY36" fmla="*/ 177475 h 361971"/>
                <a:gd name="connsiteX37" fmla="*/ 90737 w 362313"/>
                <a:gd name="connsiteY37" fmla="*/ 171091 h 361971"/>
                <a:gd name="connsiteX38" fmla="*/ 90737 w 362313"/>
                <a:gd name="connsiteY38" fmla="*/ 141724 h 361971"/>
                <a:gd name="connsiteX39" fmla="*/ 97127 w 362313"/>
                <a:gd name="connsiteY39" fmla="*/ 135340 h 361971"/>
                <a:gd name="connsiteX40" fmla="*/ 107990 w 362313"/>
                <a:gd name="connsiteY40" fmla="*/ 135340 h 361971"/>
                <a:gd name="connsiteX41" fmla="*/ 115019 w 362313"/>
                <a:gd name="connsiteY41" fmla="*/ 118742 h 361971"/>
                <a:gd name="connsiteX42" fmla="*/ 107351 w 362313"/>
                <a:gd name="connsiteY42" fmla="*/ 111081 h 361971"/>
                <a:gd name="connsiteX43" fmla="*/ 107351 w 362313"/>
                <a:gd name="connsiteY43" fmla="*/ 102144 h 361971"/>
                <a:gd name="connsiteX44" fmla="*/ 127799 w 362313"/>
                <a:gd name="connsiteY44" fmla="*/ 81715 h 361971"/>
                <a:gd name="connsiteX45" fmla="*/ 136745 w 362313"/>
                <a:gd name="connsiteY45" fmla="*/ 81715 h 361971"/>
                <a:gd name="connsiteX46" fmla="*/ 136745 w 362313"/>
                <a:gd name="connsiteY46" fmla="*/ 81715 h 361971"/>
                <a:gd name="connsiteX47" fmla="*/ 144413 w 362313"/>
                <a:gd name="connsiteY47" fmla="*/ 89376 h 361971"/>
                <a:gd name="connsiteX48" fmla="*/ 161027 w 362313"/>
                <a:gd name="connsiteY48" fmla="*/ 82353 h 361971"/>
                <a:gd name="connsiteX49" fmla="*/ 161027 w 362313"/>
                <a:gd name="connsiteY49" fmla="*/ 71500 h 361971"/>
                <a:gd name="connsiteX50" fmla="*/ 167416 w 362313"/>
                <a:gd name="connsiteY50" fmla="*/ 65116 h 361971"/>
                <a:gd name="connsiteX51" fmla="*/ 196810 w 362313"/>
                <a:gd name="connsiteY51" fmla="*/ 65116 h 361971"/>
                <a:gd name="connsiteX52" fmla="*/ 203200 w 362313"/>
                <a:gd name="connsiteY52" fmla="*/ 71500 h 361971"/>
                <a:gd name="connsiteX53" fmla="*/ 203200 w 362313"/>
                <a:gd name="connsiteY53" fmla="*/ 82353 h 361971"/>
                <a:gd name="connsiteX54" fmla="*/ 219814 w 362313"/>
                <a:gd name="connsiteY54" fmla="*/ 89376 h 361971"/>
                <a:gd name="connsiteX55" fmla="*/ 227482 w 362313"/>
                <a:gd name="connsiteY55" fmla="*/ 81715 h 361971"/>
                <a:gd name="connsiteX56" fmla="*/ 236428 w 362313"/>
                <a:gd name="connsiteY56" fmla="*/ 81715 h 361971"/>
                <a:gd name="connsiteX57" fmla="*/ 256876 w 362313"/>
                <a:gd name="connsiteY57" fmla="*/ 102144 h 361971"/>
                <a:gd name="connsiteX58" fmla="*/ 256876 w 362313"/>
                <a:gd name="connsiteY58" fmla="*/ 111081 h 361971"/>
                <a:gd name="connsiteX59" fmla="*/ 256876 w 362313"/>
                <a:gd name="connsiteY59" fmla="*/ 111081 h 361971"/>
                <a:gd name="connsiteX60" fmla="*/ 249208 w 362313"/>
                <a:gd name="connsiteY60" fmla="*/ 118742 h 361971"/>
                <a:gd name="connsiteX61" fmla="*/ 256237 w 362313"/>
                <a:gd name="connsiteY61" fmla="*/ 135979 h 361971"/>
                <a:gd name="connsiteX62" fmla="*/ 267099 w 362313"/>
                <a:gd name="connsiteY62" fmla="*/ 135979 h 361971"/>
                <a:gd name="connsiteX63" fmla="*/ 273489 w 362313"/>
                <a:gd name="connsiteY63" fmla="*/ 142363 h 361971"/>
                <a:gd name="connsiteX64" fmla="*/ 273489 w 362313"/>
                <a:gd name="connsiteY64" fmla="*/ 171091 h 361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362313" h="361971">
                  <a:moveTo>
                    <a:pt x="181474" y="0"/>
                  </a:moveTo>
                  <a:cubicBezTo>
                    <a:pt x="81152" y="0"/>
                    <a:pt x="0" y="81076"/>
                    <a:pt x="0" y="180667"/>
                  </a:cubicBezTo>
                  <a:cubicBezTo>
                    <a:pt x="0" y="280895"/>
                    <a:pt x="81152" y="361971"/>
                    <a:pt x="180835" y="361971"/>
                  </a:cubicBezTo>
                  <a:cubicBezTo>
                    <a:pt x="281157" y="361971"/>
                    <a:pt x="362310" y="280895"/>
                    <a:pt x="362310" y="181305"/>
                  </a:cubicBezTo>
                  <a:cubicBezTo>
                    <a:pt x="362310" y="181305"/>
                    <a:pt x="362310" y="181305"/>
                    <a:pt x="362310" y="181305"/>
                  </a:cubicBezTo>
                  <a:cubicBezTo>
                    <a:pt x="362948" y="81076"/>
                    <a:pt x="281796" y="0"/>
                    <a:pt x="181474" y="0"/>
                  </a:cubicBezTo>
                  <a:close/>
                  <a:moveTo>
                    <a:pt x="256237" y="297493"/>
                  </a:moveTo>
                  <a:lnTo>
                    <a:pt x="107351" y="297493"/>
                  </a:lnTo>
                  <a:cubicBezTo>
                    <a:pt x="97766" y="297493"/>
                    <a:pt x="90098" y="289833"/>
                    <a:pt x="90098" y="280257"/>
                  </a:cubicBezTo>
                  <a:cubicBezTo>
                    <a:pt x="90098" y="270681"/>
                    <a:pt x="97766" y="263020"/>
                    <a:pt x="107351" y="263020"/>
                  </a:cubicBezTo>
                  <a:lnTo>
                    <a:pt x="256237" y="263020"/>
                  </a:lnTo>
                  <a:cubicBezTo>
                    <a:pt x="265821" y="263020"/>
                    <a:pt x="273489" y="270681"/>
                    <a:pt x="273489" y="280257"/>
                  </a:cubicBezTo>
                  <a:cubicBezTo>
                    <a:pt x="273489" y="289833"/>
                    <a:pt x="265821" y="297493"/>
                    <a:pt x="256237" y="297493"/>
                  </a:cubicBezTo>
                  <a:close/>
                  <a:moveTo>
                    <a:pt x="273489" y="171091"/>
                  </a:moveTo>
                  <a:cubicBezTo>
                    <a:pt x="273489" y="174921"/>
                    <a:pt x="270933" y="177475"/>
                    <a:pt x="267099" y="177475"/>
                  </a:cubicBezTo>
                  <a:lnTo>
                    <a:pt x="256237" y="177475"/>
                  </a:lnTo>
                  <a:cubicBezTo>
                    <a:pt x="254319" y="183220"/>
                    <a:pt x="252403" y="188966"/>
                    <a:pt x="249208" y="194073"/>
                  </a:cubicBezTo>
                  <a:lnTo>
                    <a:pt x="256876" y="201734"/>
                  </a:lnTo>
                  <a:cubicBezTo>
                    <a:pt x="259431" y="204287"/>
                    <a:pt x="259431" y="208118"/>
                    <a:pt x="256876" y="210671"/>
                  </a:cubicBezTo>
                  <a:lnTo>
                    <a:pt x="236428" y="231100"/>
                  </a:lnTo>
                  <a:cubicBezTo>
                    <a:pt x="233872" y="233654"/>
                    <a:pt x="230038" y="233654"/>
                    <a:pt x="227482" y="231100"/>
                  </a:cubicBezTo>
                  <a:lnTo>
                    <a:pt x="219814" y="223439"/>
                  </a:lnTo>
                  <a:cubicBezTo>
                    <a:pt x="214702" y="226631"/>
                    <a:pt x="208951" y="228546"/>
                    <a:pt x="203200" y="230462"/>
                  </a:cubicBezTo>
                  <a:lnTo>
                    <a:pt x="203200" y="241314"/>
                  </a:lnTo>
                  <a:cubicBezTo>
                    <a:pt x="203200" y="245145"/>
                    <a:pt x="200644" y="247698"/>
                    <a:pt x="196810" y="247698"/>
                  </a:cubicBezTo>
                  <a:lnTo>
                    <a:pt x="167416" y="247698"/>
                  </a:lnTo>
                  <a:cubicBezTo>
                    <a:pt x="163582" y="247698"/>
                    <a:pt x="161027" y="245145"/>
                    <a:pt x="161027" y="241314"/>
                  </a:cubicBezTo>
                  <a:lnTo>
                    <a:pt x="161027" y="230462"/>
                  </a:lnTo>
                  <a:cubicBezTo>
                    <a:pt x="155275" y="228546"/>
                    <a:pt x="149524" y="226631"/>
                    <a:pt x="144413" y="223439"/>
                  </a:cubicBezTo>
                  <a:lnTo>
                    <a:pt x="136745" y="231100"/>
                  </a:lnTo>
                  <a:cubicBezTo>
                    <a:pt x="134189" y="233654"/>
                    <a:pt x="130355" y="233654"/>
                    <a:pt x="127799" y="231100"/>
                  </a:cubicBezTo>
                  <a:lnTo>
                    <a:pt x="107351" y="210671"/>
                  </a:lnTo>
                  <a:cubicBezTo>
                    <a:pt x="106073" y="209395"/>
                    <a:pt x="105434" y="208118"/>
                    <a:pt x="105434" y="206203"/>
                  </a:cubicBezTo>
                  <a:cubicBezTo>
                    <a:pt x="105434" y="204287"/>
                    <a:pt x="106073" y="203011"/>
                    <a:pt x="107351" y="201734"/>
                  </a:cubicBezTo>
                  <a:lnTo>
                    <a:pt x="115019" y="194073"/>
                  </a:lnTo>
                  <a:cubicBezTo>
                    <a:pt x="111824" y="188966"/>
                    <a:pt x="109907" y="183220"/>
                    <a:pt x="107990" y="177475"/>
                  </a:cubicBezTo>
                  <a:lnTo>
                    <a:pt x="97127" y="177475"/>
                  </a:lnTo>
                  <a:cubicBezTo>
                    <a:pt x="93293" y="177475"/>
                    <a:pt x="90737" y="174921"/>
                    <a:pt x="90737" y="171091"/>
                  </a:cubicBezTo>
                  <a:lnTo>
                    <a:pt x="90737" y="141724"/>
                  </a:lnTo>
                  <a:cubicBezTo>
                    <a:pt x="90737" y="137894"/>
                    <a:pt x="93293" y="135340"/>
                    <a:pt x="97127" y="135340"/>
                  </a:cubicBezTo>
                  <a:lnTo>
                    <a:pt x="107990" y="135340"/>
                  </a:lnTo>
                  <a:cubicBezTo>
                    <a:pt x="109907" y="129595"/>
                    <a:pt x="111824" y="123849"/>
                    <a:pt x="115019" y="118742"/>
                  </a:cubicBezTo>
                  <a:lnTo>
                    <a:pt x="107351" y="111081"/>
                  </a:lnTo>
                  <a:cubicBezTo>
                    <a:pt x="104795" y="108528"/>
                    <a:pt x="104795" y="104697"/>
                    <a:pt x="107351" y="102144"/>
                  </a:cubicBezTo>
                  <a:lnTo>
                    <a:pt x="127799" y="81715"/>
                  </a:lnTo>
                  <a:cubicBezTo>
                    <a:pt x="130355" y="79161"/>
                    <a:pt x="134189" y="79161"/>
                    <a:pt x="136745" y="81715"/>
                  </a:cubicBezTo>
                  <a:cubicBezTo>
                    <a:pt x="136745" y="81715"/>
                    <a:pt x="136745" y="81715"/>
                    <a:pt x="136745" y="81715"/>
                  </a:cubicBezTo>
                  <a:lnTo>
                    <a:pt x="144413" y="89376"/>
                  </a:lnTo>
                  <a:cubicBezTo>
                    <a:pt x="149524" y="86184"/>
                    <a:pt x="155275" y="84268"/>
                    <a:pt x="161027" y="82353"/>
                  </a:cubicBezTo>
                  <a:lnTo>
                    <a:pt x="161027" y="71500"/>
                  </a:lnTo>
                  <a:cubicBezTo>
                    <a:pt x="161027" y="67670"/>
                    <a:pt x="163582" y="65116"/>
                    <a:pt x="167416" y="65116"/>
                  </a:cubicBezTo>
                  <a:lnTo>
                    <a:pt x="196810" y="65116"/>
                  </a:lnTo>
                  <a:cubicBezTo>
                    <a:pt x="200644" y="65116"/>
                    <a:pt x="203200" y="67670"/>
                    <a:pt x="203200" y="71500"/>
                  </a:cubicBezTo>
                  <a:lnTo>
                    <a:pt x="203200" y="82353"/>
                  </a:lnTo>
                  <a:cubicBezTo>
                    <a:pt x="208951" y="84268"/>
                    <a:pt x="214702" y="86184"/>
                    <a:pt x="219814" y="89376"/>
                  </a:cubicBezTo>
                  <a:lnTo>
                    <a:pt x="227482" y="81715"/>
                  </a:lnTo>
                  <a:cubicBezTo>
                    <a:pt x="230038" y="79161"/>
                    <a:pt x="233872" y="79161"/>
                    <a:pt x="236428" y="81715"/>
                  </a:cubicBezTo>
                  <a:lnTo>
                    <a:pt x="256876" y="102144"/>
                  </a:lnTo>
                  <a:cubicBezTo>
                    <a:pt x="259431" y="104697"/>
                    <a:pt x="259431" y="108528"/>
                    <a:pt x="256876" y="111081"/>
                  </a:cubicBezTo>
                  <a:cubicBezTo>
                    <a:pt x="256876" y="111081"/>
                    <a:pt x="256876" y="111081"/>
                    <a:pt x="256876" y="111081"/>
                  </a:cubicBezTo>
                  <a:lnTo>
                    <a:pt x="249208" y="118742"/>
                  </a:lnTo>
                  <a:cubicBezTo>
                    <a:pt x="252403" y="123849"/>
                    <a:pt x="254319" y="129595"/>
                    <a:pt x="256237" y="135979"/>
                  </a:cubicBezTo>
                  <a:lnTo>
                    <a:pt x="267099" y="135979"/>
                  </a:lnTo>
                  <a:cubicBezTo>
                    <a:pt x="270933" y="135979"/>
                    <a:pt x="273489" y="138532"/>
                    <a:pt x="273489" y="142363"/>
                  </a:cubicBezTo>
                  <a:lnTo>
                    <a:pt x="273489" y="171091"/>
                  </a:lnTo>
                  <a:close/>
                </a:path>
              </a:pathLst>
            </a:custGeom>
            <a:grpFill/>
            <a:ln w="63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125"/>
            </a:p>
          </p:txBody>
        </p:sp>
        <p:sp>
          <p:nvSpPr>
            <p:cNvPr id="41" name="Graphic 4">
              <a:extLst>
                <a:ext uri="{FF2B5EF4-FFF2-40B4-BE49-F238E27FC236}">
                  <a16:creationId xmlns:a16="http://schemas.microsoft.com/office/drawing/2014/main" id="{244BE3BF-68E3-9A57-77A6-00DDFFFB8266}"/>
                </a:ext>
              </a:extLst>
            </p:cNvPr>
            <p:cNvSpPr/>
            <p:nvPr/>
          </p:nvSpPr>
          <p:spPr>
            <a:xfrm>
              <a:off x="2100372" y="3947378"/>
              <a:ext cx="65836" cy="65754"/>
            </a:xfrm>
            <a:custGeom>
              <a:avLst/>
              <a:gdLst>
                <a:gd name="connsiteX0" fmla="*/ 33228 w 65836"/>
                <a:gd name="connsiteY0" fmla="*/ 0 h 65754"/>
                <a:gd name="connsiteX1" fmla="*/ 0 w 65836"/>
                <a:gd name="connsiteY1" fmla="*/ 32558 h 65754"/>
                <a:gd name="connsiteX2" fmla="*/ 32589 w 65836"/>
                <a:gd name="connsiteY2" fmla="*/ 65755 h 65754"/>
                <a:gd name="connsiteX3" fmla="*/ 65816 w 65836"/>
                <a:gd name="connsiteY3" fmla="*/ 33197 h 65754"/>
                <a:gd name="connsiteX4" fmla="*/ 65816 w 65836"/>
                <a:gd name="connsiteY4" fmla="*/ 33197 h 65754"/>
                <a:gd name="connsiteX5" fmla="*/ 33228 w 65836"/>
                <a:gd name="connsiteY5" fmla="*/ 0 h 65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836" h="65754">
                  <a:moveTo>
                    <a:pt x="33228" y="0"/>
                  </a:moveTo>
                  <a:cubicBezTo>
                    <a:pt x="15336" y="0"/>
                    <a:pt x="0" y="14683"/>
                    <a:pt x="0" y="32558"/>
                  </a:cubicBezTo>
                  <a:cubicBezTo>
                    <a:pt x="0" y="50433"/>
                    <a:pt x="14697" y="65755"/>
                    <a:pt x="32589" y="65755"/>
                  </a:cubicBezTo>
                  <a:cubicBezTo>
                    <a:pt x="50480" y="65755"/>
                    <a:pt x="65816" y="51072"/>
                    <a:pt x="65816" y="33197"/>
                  </a:cubicBezTo>
                  <a:cubicBezTo>
                    <a:pt x="65816" y="33197"/>
                    <a:pt x="65816" y="33197"/>
                    <a:pt x="65816" y="33197"/>
                  </a:cubicBezTo>
                  <a:cubicBezTo>
                    <a:pt x="66455" y="14683"/>
                    <a:pt x="51758" y="0"/>
                    <a:pt x="33228" y="0"/>
                  </a:cubicBezTo>
                  <a:close/>
                </a:path>
              </a:pathLst>
            </a:custGeom>
            <a:grpFill/>
            <a:ln w="63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125"/>
            </a:p>
          </p:txBody>
        </p:sp>
      </p:grpSp>
      <p:grpSp>
        <p:nvGrpSpPr>
          <p:cNvPr id="42" name="Graphic 4">
            <a:extLst>
              <a:ext uri="{FF2B5EF4-FFF2-40B4-BE49-F238E27FC236}">
                <a16:creationId xmlns:a16="http://schemas.microsoft.com/office/drawing/2014/main" id="{AD3F7B87-318F-5F6D-7F32-0A9DB7134D1C}"/>
              </a:ext>
            </a:extLst>
          </p:cNvPr>
          <p:cNvGrpSpPr>
            <a:grpSpLocks noChangeAspect="1"/>
          </p:cNvGrpSpPr>
          <p:nvPr/>
        </p:nvGrpSpPr>
        <p:grpSpPr>
          <a:xfrm>
            <a:off x="6874920" y="2481077"/>
            <a:ext cx="226443" cy="226232"/>
            <a:chOff x="2998797" y="2855717"/>
            <a:chExt cx="362309" cy="361971"/>
          </a:xfrm>
          <a:solidFill>
            <a:srgbClr val="1A3673"/>
          </a:solidFill>
        </p:grpSpPr>
        <p:sp>
          <p:nvSpPr>
            <p:cNvPr id="43" name="Graphic 4">
              <a:extLst>
                <a:ext uri="{FF2B5EF4-FFF2-40B4-BE49-F238E27FC236}">
                  <a16:creationId xmlns:a16="http://schemas.microsoft.com/office/drawing/2014/main" id="{ADE3C37D-63AC-92CD-0B84-9EEE86218EF3}"/>
                </a:ext>
              </a:extLst>
            </p:cNvPr>
            <p:cNvSpPr/>
            <p:nvPr/>
          </p:nvSpPr>
          <p:spPr>
            <a:xfrm>
              <a:off x="3093368" y="2968075"/>
              <a:ext cx="136744" cy="136617"/>
            </a:xfrm>
            <a:custGeom>
              <a:avLst/>
              <a:gdLst>
                <a:gd name="connsiteX0" fmla="*/ 69011 w 136744"/>
                <a:gd name="connsiteY0" fmla="*/ 112358 h 136617"/>
                <a:gd name="connsiteX1" fmla="*/ 69011 w 136744"/>
                <a:gd name="connsiteY1" fmla="*/ 112358 h 136617"/>
                <a:gd name="connsiteX2" fmla="*/ 67733 w 136744"/>
                <a:gd name="connsiteY2" fmla="*/ 112997 h 136617"/>
                <a:gd name="connsiteX3" fmla="*/ 67094 w 136744"/>
                <a:gd name="connsiteY3" fmla="*/ 113635 h 136617"/>
                <a:gd name="connsiteX4" fmla="*/ 65177 w 136744"/>
                <a:gd name="connsiteY4" fmla="*/ 114273 h 136617"/>
                <a:gd name="connsiteX5" fmla="*/ 65177 w 136744"/>
                <a:gd name="connsiteY5" fmla="*/ 114273 h 136617"/>
                <a:gd name="connsiteX6" fmla="*/ 62621 w 136744"/>
                <a:gd name="connsiteY6" fmla="*/ 113635 h 136617"/>
                <a:gd name="connsiteX7" fmla="*/ 61982 w 136744"/>
                <a:gd name="connsiteY7" fmla="*/ 112997 h 136617"/>
                <a:gd name="connsiteX8" fmla="*/ 60704 w 136744"/>
                <a:gd name="connsiteY8" fmla="*/ 111720 h 136617"/>
                <a:gd name="connsiteX9" fmla="*/ 60704 w 136744"/>
                <a:gd name="connsiteY9" fmla="*/ 111720 h 136617"/>
                <a:gd name="connsiteX10" fmla="*/ 24921 w 136744"/>
                <a:gd name="connsiteY10" fmla="*/ 68947 h 136617"/>
                <a:gd name="connsiteX11" fmla="*/ 25560 w 136744"/>
                <a:gd name="connsiteY11" fmla="*/ 60010 h 136617"/>
                <a:gd name="connsiteX12" fmla="*/ 34506 w 136744"/>
                <a:gd name="connsiteY12" fmla="*/ 60648 h 136617"/>
                <a:gd name="connsiteX13" fmla="*/ 34506 w 136744"/>
                <a:gd name="connsiteY13" fmla="*/ 60648 h 136617"/>
                <a:gd name="connsiteX14" fmla="*/ 65816 w 136744"/>
                <a:gd name="connsiteY14" fmla="*/ 98313 h 136617"/>
                <a:gd name="connsiteX15" fmla="*/ 136745 w 136744"/>
                <a:gd name="connsiteY15" fmla="*/ 36389 h 136617"/>
                <a:gd name="connsiteX16" fmla="*/ 136745 w 136744"/>
                <a:gd name="connsiteY16" fmla="*/ 0 h 136617"/>
                <a:gd name="connsiteX17" fmla="*/ 0 w 136744"/>
                <a:gd name="connsiteY17" fmla="*/ 0 h 136617"/>
                <a:gd name="connsiteX18" fmla="*/ 0 w 136744"/>
                <a:gd name="connsiteY18" fmla="*/ 136617 h 136617"/>
                <a:gd name="connsiteX19" fmla="*/ 136745 w 136744"/>
                <a:gd name="connsiteY19" fmla="*/ 136617 h 136617"/>
                <a:gd name="connsiteX20" fmla="*/ 136745 w 136744"/>
                <a:gd name="connsiteY20" fmla="*/ 52987 h 136617"/>
                <a:gd name="connsiteX21" fmla="*/ 69011 w 136744"/>
                <a:gd name="connsiteY21" fmla="*/ 112358 h 136617"/>
                <a:gd name="connsiteX22" fmla="*/ 69011 w 136744"/>
                <a:gd name="connsiteY22" fmla="*/ 112358 h 13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36744" h="136617">
                  <a:moveTo>
                    <a:pt x="69011" y="112358"/>
                  </a:moveTo>
                  <a:lnTo>
                    <a:pt x="69011" y="112358"/>
                  </a:lnTo>
                  <a:cubicBezTo>
                    <a:pt x="68372" y="112358"/>
                    <a:pt x="68372" y="112997"/>
                    <a:pt x="67733" y="112997"/>
                  </a:cubicBezTo>
                  <a:lnTo>
                    <a:pt x="67094" y="113635"/>
                  </a:lnTo>
                  <a:cubicBezTo>
                    <a:pt x="66455" y="113635"/>
                    <a:pt x="65816" y="114273"/>
                    <a:pt x="65177" y="114273"/>
                  </a:cubicBezTo>
                  <a:lnTo>
                    <a:pt x="65177" y="114273"/>
                  </a:lnTo>
                  <a:cubicBezTo>
                    <a:pt x="64538" y="114273"/>
                    <a:pt x="63260" y="114273"/>
                    <a:pt x="62621" y="113635"/>
                  </a:cubicBezTo>
                  <a:cubicBezTo>
                    <a:pt x="62621" y="113635"/>
                    <a:pt x="61982" y="112997"/>
                    <a:pt x="61982" y="112997"/>
                  </a:cubicBezTo>
                  <a:cubicBezTo>
                    <a:pt x="61343" y="112997"/>
                    <a:pt x="60704" y="112358"/>
                    <a:pt x="60704" y="111720"/>
                  </a:cubicBezTo>
                  <a:lnTo>
                    <a:pt x="60704" y="111720"/>
                  </a:lnTo>
                  <a:lnTo>
                    <a:pt x="24921" y="68947"/>
                  </a:lnTo>
                  <a:cubicBezTo>
                    <a:pt x="22365" y="66394"/>
                    <a:pt x="23004" y="61925"/>
                    <a:pt x="25560" y="60010"/>
                  </a:cubicBezTo>
                  <a:cubicBezTo>
                    <a:pt x="28116" y="58094"/>
                    <a:pt x="32589" y="58094"/>
                    <a:pt x="34506" y="60648"/>
                  </a:cubicBezTo>
                  <a:lnTo>
                    <a:pt x="34506" y="60648"/>
                  </a:lnTo>
                  <a:lnTo>
                    <a:pt x="65816" y="98313"/>
                  </a:lnTo>
                  <a:lnTo>
                    <a:pt x="136745" y="36389"/>
                  </a:lnTo>
                  <a:lnTo>
                    <a:pt x="136745" y="0"/>
                  </a:lnTo>
                  <a:lnTo>
                    <a:pt x="0" y="0"/>
                  </a:lnTo>
                  <a:lnTo>
                    <a:pt x="0" y="136617"/>
                  </a:lnTo>
                  <a:lnTo>
                    <a:pt x="136745" y="136617"/>
                  </a:lnTo>
                  <a:lnTo>
                    <a:pt x="136745" y="52987"/>
                  </a:lnTo>
                  <a:lnTo>
                    <a:pt x="69011" y="112358"/>
                  </a:lnTo>
                  <a:lnTo>
                    <a:pt x="69011" y="112358"/>
                  </a:lnTo>
                  <a:close/>
                </a:path>
              </a:pathLst>
            </a:custGeom>
            <a:grpFill/>
            <a:ln w="63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125"/>
            </a:p>
          </p:txBody>
        </p:sp>
        <p:sp>
          <p:nvSpPr>
            <p:cNvPr id="44" name="Graphic 4">
              <a:extLst>
                <a:ext uri="{FF2B5EF4-FFF2-40B4-BE49-F238E27FC236}">
                  <a16:creationId xmlns:a16="http://schemas.microsoft.com/office/drawing/2014/main" id="{70BF9239-8C28-7E12-5508-F197A97A6143}"/>
                </a:ext>
              </a:extLst>
            </p:cNvPr>
            <p:cNvSpPr/>
            <p:nvPr/>
          </p:nvSpPr>
          <p:spPr>
            <a:xfrm>
              <a:off x="2998797" y="2855717"/>
              <a:ext cx="362309" cy="361971"/>
            </a:xfrm>
            <a:custGeom>
              <a:avLst/>
              <a:gdLst>
                <a:gd name="connsiteX0" fmla="*/ 180835 w 362309"/>
                <a:gd name="connsiteY0" fmla="*/ 0 h 361971"/>
                <a:gd name="connsiteX1" fmla="*/ 0 w 362309"/>
                <a:gd name="connsiteY1" fmla="*/ 181305 h 361971"/>
                <a:gd name="connsiteX2" fmla="*/ 181474 w 362309"/>
                <a:gd name="connsiteY2" fmla="*/ 361972 h 361971"/>
                <a:gd name="connsiteX3" fmla="*/ 362310 w 362309"/>
                <a:gd name="connsiteY3" fmla="*/ 180667 h 361971"/>
                <a:gd name="connsiteX4" fmla="*/ 180835 w 362309"/>
                <a:gd name="connsiteY4" fmla="*/ 0 h 361971"/>
                <a:gd name="connsiteX5" fmla="*/ 180835 w 362309"/>
                <a:gd name="connsiteY5" fmla="*/ 0 h 361971"/>
                <a:gd name="connsiteX6" fmla="*/ 277962 w 362309"/>
                <a:gd name="connsiteY6" fmla="*/ 125126 h 361971"/>
                <a:gd name="connsiteX7" fmla="*/ 244735 w 362309"/>
                <a:gd name="connsiteY7" fmla="*/ 154492 h 361971"/>
                <a:gd name="connsiteX8" fmla="*/ 244735 w 362309"/>
                <a:gd name="connsiteY8" fmla="*/ 255998 h 361971"/>
                <a:gd name="connsiteX9" fmla="*/ 238345 w 362309"/>
                <a:gd name="connsiteY9" fmla="*/ 262382 h 361971"/>
                <a:gd name="connsiteX10" fmla="*/ 88820 w 362309"/>
                <a:gd name="connsiteY10" fmla="*/ 262382 h 361971"/>
                <a:gd name="connsiteX11" fmla="*/ 82430 w 362309"/>
                <a:gd name="connsiteY11" fmla="*/ 255998 h 361971"/>
                <a:gd name="connsiteX12" fmla="*/ 82430 w 362309"/>
                <a:gd name="connsiteY12" fmla="*/ 106612 h 361971"/>
                <a:gd name="connsiteX13" fmla="*/ 88820 w 362309"/>
                <a:gd name="connsiteY13" fmla="*/ 100228 h 361971"/>
                <a:gd name="connsiteX14" fmla="*/ 238345 w 362309"/>
                <a:gd name="connsiteY14" fmla="*/ 100228 h 361971"/>
                <a:gd name="connsiteX15" fmla="*/ 244735 w 362309"/>
                <a:gd name="connsiteY15" fmla="*/ 106612 h 361971"/>
                <a:gd name="connsiteX16" fmla="*/ 244735 w 362309"/>
                <a:gd name="connsiteY16" fmla="*/ 137894 h 361971"/>
                <a:gd name="connsiteX17" fmla="*/ 269655 w 362309"/>
                <a:gd name="connsiteY17" fmla="*/ 116188 h 361971"/>
                <a:gd name="connsiteX18" fmla="*/ 278602 w 362309"/>
                <a:gd name="connsiteY18" fmla="*/ 116827 h 361971"/>
                <a:gd name="connsiteX19" fmla="*/ 277962 w 362309"/>
                <a:gd name="connsiteY19" fmla="*/ 125126 h 361971"/>
                <a:gd name="connsiteX20" fmla="*/ 277962 w 362309"/>
                <a:gd name="connsiteY20" fmla="*/ 125126 h 361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62309" h="361971">
                  <a:moveTo>
                    <a:pt x="180835" y="0"/>
                  </a:moveTo>
                  <a:cubicBezTo>
                    <a:pt x="80513" y="0"/>
                    <a:pt x="0" y="81076"/>
                    <a:pt x="0" y="181305"/>
                  </a:cubicBezTo>
                  <a:cubicBezTo>
                    <a:pt x="0" y="281533"/>
                    <a:pt x="81152" y="361972"/>
                    <a:pt x="181474" y="361972"/>
                  </a:cubicBezTo>
                  <a:cubicBezTo>
                    <a:pt x="281157" y="361972"/>
                    <a:pt x="362310" y="280895"/>
                    <a:pt x="362310" y="180667"/>
                  </a:cubicBezTo>
                  <a:cubicBezTo>
                    <a:pt x="362310" y="80438"/>
                    <a:pt x="281157" y="0"/>
                    <a:pt x="180835" y="0"/>
                  </a:cubicBezTo>
                  <a:cubicBezTo>
                    <a:pt x="180835" y="0"/>
                    <a:pt x="180835" y="0"/>
                    <a:pt x="180835" y="0"/>
                  </a:cubicBezTo>
                  <a:close/>
                  <a:moveTo>
                    <a:pt x="277962" y="125126"/>
                  </a:moveTo>
                  <a:lnTo>
                    <a:pt x="244735" y="154492"/>
                  </a:lnTo>
                  <a:lnTo>
                    <a:pt x="244735" y="255998"/>
                  </a:lnTo>
                  <a:cubicBezTo>
                    <a:pt x="244735" y="259828"/>
                    <a:pt x="242179" y="262382"/>
                    <a:pt x="238345" y="262382"/>
                  </a:cubicBezTo>
                  <a:lnTo>
                    <a:pt x="88820" y="262382"/>
                  </a:lnTo>
                  <a:cubicBezTo>
                    <a:pt x="84986" y="262382"/>
                    <a:pt x="82430" y="259828"/>
                    <a:pt x="82430" y="255998"/>
                  </a:cubicBezTo>
                  <a:lnTo>
                    <a:pt x="82430" y="106612"/>
                  </a:lnTo>
                  <a:cubicBezTo>
                    <a:pt x="82430" y="102782"/>
                    <a:pt x="84986" y="100228"/>
                    <a:pt x="88820" y="100228"/>
                  </a:cubicBezTo>
                  <a:lnTo>
                    <a:pt x="238345" y="100228"/>
                  </a:lnTo>
                  <a:cubicBezTo>
                    <a:pt x="242179" y="100228"/>
                    <a:pt x="244735" y="102782"/>
                    <a:pt x="244735" y="106612"/>
                  </a:cubicBezTo>
                  <a:lnTo>
                    <a:pt x="244735" y="137894"/>
                  </a:lnTo>
                  <a:lnTo>
                    <a:pt x="269655" y="116188"/>
                  </a:lnTo>
                  <a:cubicBezTo>
                    <a:pt x="272211" y="113635"/>
                    <a:pt x="276045" y="114273"/>
                    <a:pt x="278602" y="116827"/>
                  </a:cubicBezTo>
                  <a:cubicBezTo>
                    <a:pt x="280518" y="118104"/>
                    <a:pt x="280518" y="122572"/>
                    <a:pt x="277962" y="125126"/>
                  </a:cubicBezTo>
                  <a:cubicBezTo>
                    <a:pt x="277962" y="125126"/>
                    <a:pt x="277962" y="125126"/>
                    <a:pt x="277962" y="125126"/>
                  </a:cubicBezTo>
                  <a:close/>
                </a:path>
              </a:pathLst>
            </a:custGeom>
            <a:grpFill/>
            <a:ln w="63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125"/>
            </a:p>
          </p:txBody>
        </p:sp>
      </p:grpSp>
      <p:grpSp>
        <p:nvGrpSpPr>
          <p:cNvPr id="45" name="Graphic 4">
            <a:extLst>
              <a:ext uri="{FF2B5EF4-FFF2-40B4-BE49-F238E27FC236}">
                <a16:creationId xmlns:a16="http://schemas.microsoft.com/office/drawing/2014/main" id="{218FBCFB-FF24-D971-8535-2EC1583F4FB1}"/>
              </a:ext>
            </a:extLst>
          </p:cNvPr>
          <p:cNvGrpSpPr>
            <a:grpSpLocks noChangeAspect="1"/>
          </p:cNvGrpSpPr>
          <p:nvPr/>
        </p:nvGrpSpPr>
        <p:grpSpPr>
          <a:xfrm>
            <a:off x="6874920" y="3140148"/>
            <a:ext cx="226443" cy="226232"/>
            <a:chOff x="6146480" y="3339623"/>
            <a:chExt cx="362309" cy="361971"/>
          </a:xfrm>
          <a:solidFill>
            <a:srgbClr val="1A3673"/>
          </a:solidFill>
        </p:grpSpPr>
        <p:sp>
          <p:nvSpPr>
            <p:cNvPr id="47" name="Graphic 4">
              <a:extLst>
                <a:ext uri="{FF2B5EF4-FFF2-40B4-BE49-F238E27FC236}">
                  <a16:creationId xmlns:a16="http://schemas.microsoft.com/office/drawing/2014/main" id="{0702D52F-5BAB-9C82-56B7-9D19EC76D5FC}"/>
                </a:ext>
              </a:extLst>
            </p:cNvPr>
            <p:cNvSpPr/>
            <p:nvPr/>
          </p:nvSpPr>
          <p:spPr>
            <a:xfrm>
              <a:off x="6235939" y="3447513"/>
              <a:ext cx="178918" cy="178751"/>
            </a:xfrm>
            <a:custGeom>
              <a:avLst/>
              <a:gdLst>
                <a:gd name="connsiteX0" fmla="*/ 89459 w 178918"/>
                <a:gd name="connsiteY0" fmla="*/ 0 h 178751"/>
                <a:gd name="connsiteX1" fmla="*/ 0 w 178918"/>
                <a:gd name="connsiteY1" fmla="*/ 89376 h 178751"/>
                <a:gd name="connsiteX2" fmla="*/ 89459 w 178918"/>
                <a:gd name="connsiteY2" fmla="*/ 178752 h 178751"/>
                <a:gd name="connsiteX3" fmla="*/ 178918 w 178918"/>
                <a:gd name="connsiteY3" fmla="*/ 89376 h 178751"/>
                <a:gd name="connsiteX4" fmla="*/ 89459 w 178918"/>
                <a:gd name="connsiteY4" fmla="*/ 0 h 178751"/>
                <a:gd name="connsiteX5" fmla="*/ 95849 w 178918"/>
                <a:gd name="connsiteY5" fmla="*/ 89376 h 178751"/>
                <a:gd name="connsiteX6" fmla="*/ 89459 w 178918"/>
                <a:gd name="connsiteY6" fmla="*/ 95760 h 178751"/>
                <a:gd name="connsiteX7" fmla="*/ 83069 w 178918"/>
                <a:gd name="connsiteY7" fmla="*/ 89376 h 178751"/>
                <a:gd name="connsiteX8" fmla="*/ 83069 w 178918"/>
                <a:gd name="connsiteY8" fmla="*/ 33196 h 178751"/>
                <a:gd name="connsiteX9" fmla="*/ 89459 w 178918"/>
                <a:gd name="connsiteY9" fmla="*/ 26812 h 178751"/>
                <a:gd name="connsiteX10" fmla="*/ 95849 w 178918"/>
                <a:gd name="connsiteY10" fmla="*/ 33196 h 178751"/>
                <a:gd name="connsiteX11" fmla="*/ 95849 w 178918"/>
                <a:gd name="connsiteY11" fmla="*/ 89376 h 178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8918" h="178751">
                  <a:moveTo>
                    <a:pt x="89459" y="0"/>
                  </a:moveTo>
                  <a:cubicBezTo>
                    <a:pt x="40257" y="0"/>
                    <a:pt x="0" y="40219"/>
                    <a:pt x="0" y="89376"/>
                  </a:cubicBezTo>
                  <a:cubicBezTo>
                    <a:pt x="0" y="138532"/>
                    <a:pt x="40257" y="178752"/>
                    <a:pt x="89459" y="178752"/>
                  </a:cubicBezTo>
                  <a:cubicBezTo>
                    <a:pt x="138661" y="178752"/>
                    <a:pt x="178918" y="138532"/>
                    <a:pt x="178918" y="89376"/>
                  </a:cubicBezTo>
                  <a:cubicBezTo>
                    <a:pt x="178918" y="40219"/>
                    <a:pt x="139301" y="0"/>
                    <a:pt x="89459" y="0"/>
                  </a:cubicBezTo>
                  <a:close/>
                  <a:moveTo>
                    <a:pt x="95849" y="89376"/>
                  </a:moveTo>
                  <a:cubicBezTo>
                    <a:pt x="95849" y="93206"/>
                    <a:pt x="93293" y="95760"/>
                    <a:pt x="89459" y="95760"/>
                  </a:cubicBezTo>
                  <a:cubicBezTo>
                    <a:pt x="85625" y="95760"/>
                    <a:pt x="83069" y="93206"/>
                    <a:pt x="83069" y="89376"/>
                  </a:cubicBezTo>
                  <a:lnTo>
                    <a:pt x="83069" y="33196"/>
                  </a:lnTo>
                  <a:cubicBezTo>
                    <a:pt x="83069" y="29366"/>
                    <a:pt x="85625" y="26812"/>
                    <a:pt x="89459" y="26812"/>
                  </a:cubicBezTo>
                  <a:cubicBezTo>
                    <a:pt x="93293" y="26812"/>
                    <a:pt x="95849" y="29366"/>
                    <a:pt x="95849" y="33196"/>
                  </a:cubicBezTo>
                  <a:lnTo>
                    <a:pt x="95849" y="89376"/>
                  </a:lnTo>
                  <a:close/>
                </a:path>
              </a:pathLst>
            </a:custGeom>
            <a:grpFill/>
            <a:ln w="63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125"/>
            </a:p>
          </p:txBody>
        </p:sp>
        <p:sp>
          <p:nvSpPr>
            <p:cNvPr id="48" name="Graphic 4">
              <a:extLst>
                <a:ext uri="{FF2B5EF4-FFF2-40B4-BE49-F238E27FC236}">
                  <a16:creationId xmlns:a16="http://schemas.microsoft.com/office/drawing/2014/main" id="{D0DD788B-D691-4222-AEB5-A624D7718B41}"/>
                </a:ext>
              </a:extLst>
            </p:cNvPr>
            <p:cNvSpPr/>
            <p:nvPr/>
          </p:nvSpPr>
          <p:spPr>
            <a:xfrm>
              <a:off x="6146480" y="3339623"/>
              <a:ext cx="362309" cy="361971"/>
            </a:xfrm>
            <a:custGeom>
              <a:avLst/>
              <a:gdLst>
                <a:gd name="connsiteX0" fmla="*/ 181474 w 362309"/>
                <a:gd name="connsiteY0" fmla="*/ 0 h 361971"/>
                <a:gd name="connsiteX1" fmla="*/ 0 w 362309"/>
                <a:gd name="connsiteY1" fmla="*/ 180667 h 361971"/>
                <a:gd name="connsiteX2" fmla="*/ 180835 w 362309"/>
                <a:gd name="connsiteY2" fmla="*/ 361972 h 361971"/>
                <a:gd name="connsiteX3" fmla="*/ 362309 w 362309"/>
                <a:gd name="connsiteY3" fmla="*/ 181305 h 361971"/>
                <a:gd name="connsiteX4" fmla="*/ 362309 w 362309"/>
                <a:gd name="connsiteY4" fmla="*/ 181305 h 361971"/>
                <a:gd name="connsiteX5" fmla="*/ 181474 w 362309"/>
                <a:gd name="connsiteY5" fmla="*/ 0 h 361971"/>
                <a:gd name="connsiteX6" fmla="*/ 283713 w 362309"/>
                <a:gd name="connsiteY6" fmla="*/ 119381 h 361971"/>
                <a:gd name="connsiteX7" fmla="*/ 279240 w 362309"/>
                <a:gd name="connsiteY7" fmla="*/ 121296 h 361971"/>
                <a:gd name="connsiteX8" fmla="*/ 274767 w 362309"/>
                <a:gd name="connsiteY8" fmla="*/ 119381 h 361971"/>
                <a:gd name="connsiteX9" fmla="*/ 262626 w 362309"/>
                <a:gd name="connsiteY9" fmla="*/ 107251 h 361971"/>
                <a:gd name="connsiteX10" fmla="*/ 247929 w 362309"/>
                <a:gd name="connsiteY10" fmla="*/ 121934 h 361971"/>
                <a:gd name="connsiteX11" fmla="*/ 254958 w 362309"/>
                <a:gd name="connsiteY11" fmla="*/ 266212 h 361971"/>
                <a:gd name="connsiteX12" fmla="*/ 110546 w 362309"/>
                <a:gd name="connsiteY12" fmla="*/ 273234 h 361971"/>
                <a:gd name="connsiteX13" fmla="*/ 103517 w 362309"/>
                <a:gd name="connsiteY13" fmla="*/ 128957 h 361971"/>
                <a:gd name="connsiteX14" fmla="*/ 173167 w 362309"/>
                <a:gd name="connsiteY14" fmla="*/ 95760 h 361971"/>
                <a:gd name="connsiteX15" fmla="*/ 173167 w 362309"/>
                <a:gd name="connsiteY15" fmla="*/ 76608 h 361971"/>
                <a:gd name="connsiteX16" fmla="*/ 155275 w 362309"/>
                <a:gd name="connsiteY16" fmla="*/ 76608 h 361971"/>
                <a:gd name="connsiteX17" fmla="*/ 148885 w 362309"/>
                <a:gd name="connsiteY17" fmla="*/ 70224 h 361971"/>
                <a:gd name="connsiteX18" fmla="*/ 155275 w 362309"/>
                <a:gd name="connsiteY18" fmla="*/ 63840 h 361971"/>
                <a:gd name="connsiteX19" fmla="*/ 203200 w 362309"/>
                <a:gd name="connsiteY19" fmla="*/ 63840 h 361971"/>
                <a:gd name="connsiteX20" fmla="*/ 209590 w 362309"/>
                <a:gd name="connsiteY20" fmla="*/ 70224 h 361971"/>
                <a:gd name="connsiteX21" fmla="*/ 203200 w 362309"/>
                <a:gd name="connsiteY21" fmla="*/ 76608 h 361971"/>
                <a:gd name="connsiteX22" fmla="*/ 185308 w 362309"/>
                <a:gd name="connsiteY22" fmla="*/ 76608 h 361971"/>
                <a:gd name="connsiteX23" fmla="*/ 185308 w 362309"/>
                <a:gd name="connsiteY23" fmla="*/ 95760 h 361971"/>
                <a:gd name="connsiteX24" fmla="*/ 237705 w 362309"/>
                <a:gd name="connsiteY24" fmla="*/ 114273 h 361971"/>
                <a:gd name="connsiteX25" fmla="*/ 253041 w 362309"/>
                <a:gd name="connsiteY25" fmla="*/ 98952 h 361971"/>
                <a:gd name="connsiteX26" fmla="*/ 240900 w 362309"/>
                <a:gd name="connsiteY26" fmla="*/ 86822 h 361971"/>
                <a:gd name="connsiteX27" fmla="*/ 241540 w 362309"/>
                <a:gd name="connsiteY27" fmla="*/ 77885 h 361971"/>
                <a:gd name="connsiteX28" fmla="*/ 249846 w 362309"/>
                <a:gd name="connsiteY28" fmla="*/ 77885 h 361971"/>
                <a:gd name="connsiteX29" fmla="*/ 283713 w 362309"/>
                <a:gd name="connsiteY29" fmla="*/ 111720 h 361971"/>
                <a:gd name="connsiteX30" fmla="*/ 283713 w 362309"/>
                <a:gd name="connsiteY30" fmla="*/ 119381 h 361971"/>
                <a:gd name="connsiteX31" fmla="*/ 283713 w 362309"/>
                <a:gd name="connsiteY31" fmla="*/ 119381 h 361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2309" h="361971">
                  <a:moveTo>
                    <a:pt x="181474" y="0"/>
                  </a:moveTo>
                  <a:cubicBezTo>
                    <a:pt x="81152" y="0"/>
                    <a:pt x="0" y="81077"/>
                    <a:pt x="0" y="180667"/>
                  </a:cubicBezTo>
                  <a:cubicBezTo>
                    <a:pt x="0" y="280257"/>
                    <a:pt x="81152" y="361972"/>
                    <a:pt x="180835" y="361972"/>
                  </a:cubicBezTo>
                  <a:cubicBezTo>
                    <a:pt x="280518" y="361972"/>
                    <a:pt x="362309" y="280895"/>
                    <a:pt x="362309" y="181305"/>
                  </a:cubicBezTo>
                  <a:cubicBezTo>
                    <a:pt x="362309" y="181305"/>
                    <a:pt x="362309" y="181305"/>
                    <a:pt x="362309" y="181305"/>
                  </a:cubicBezTo>
                  <a:cubicBezTo>
                    <a:pt x="362309" y="81077"/>
                    <a:pt x="281157" y="0"/>
                    <a:pt x="181474" y="0"/>
                  </a:cubicBezTo>
                  <a:close/>
                  <a:moveTo>
                    <a:pt x="283713" y="119381"/>
                  </a:moveTo>
                  <a:cubicBezTo>
                    <a:pt x="282435" y="120657"/>
                    <a:pt x="281157" y="121296"/>
                    <a:pt x="279240" y="121296"/>
                  </a:cubicBezTo>
                  <a:cubicBezTo>
                    <a:pt x="277323" y="121296"/>
                    <a:pt x="276045" y="120657"/>
                    <a:pt x="274767" y="119381"/>
                  </a:cubicBezTo>
                  <a:lnTo>
                    <a:pt x="262626" y="107251"/>
                  </a:lnTo>
                  <a:lnTo>
                    <a:pt x="247929" y="121934"/>
                  </a:lnTo>
                  <a:cubicBezTo>
                    <a:pt x="289464" y="159600"/>
                    <a:pt x="292659" y="224716"/>
                    <a:pt x="254958" y="266212"/>
                  </a:cubicBezTo>
                  <a:cubicBezTo>
                    <a:pt x="217258" y="307708"/>
                    <a:pt x="152080" y="310900"/>
                    <a:pt x="110546" y="273234"/>
                  </a:cubicBezTo>
                  <a:cubicBezTo>
                    <a:pt x="69011" y="235569"/>
                    <a:pt x="65816" y="170452"/>
                    <a:pt x="103517" y="128957"/>
                  </a:cubicBezTo>
                  <a:cubicBezTo>
                    <a:pt x="121409" y="109166"/>
                    <a:pt x="146329" y="97037"/>
                    <a:pt x="173167" y="95760"/>
                  </a:cubicBezTo>
                  <a:lnTo>
                    <a:pt x="173167" y="76608"/>
                  </a:lnTo>
                  <a:lnTo>
                    <a:pt x="155275" y="76608"/>
                  </a:lnTo>
                  <a:cubicBezTo>
                    <a:pt x="151441" y="76608"/>
                    <a:pt x="148885" y="74054"/>
                    <a:pt x="148885" y="70224"/>
                  </a:cubicBezTo>
                  <a:cubicBezTo>
                    <a:pt x="148885" y="66394"/>
                    <a:pt x="151441" y="63840"/>
                    <a:pt x="155275" y="63840"/>
                  </a:cubicBezTo>
                  <a:lnTo>
                    <a:pt x="203200" y="63840"/>
                  </a:lnTo>
                  <a:cubicBezTo>
                    <a:pt x="207034" y="63840"/>
                    <a:pt x="209590" y="66394"/>
                    <a:pt x="209590" y="70224"/>
                  </a:cubicBezTo>
                  <a:cubicBezTo>
                    <a:pt x="209590" y="74054"/>
                    <a:pt x="207034" y="76608"/>
                    <a:pt x="203200" y="76608"/>
                  </a:cubicBezTo>
                  <a:lnTo>
                    <a:pt x="185308" y="76608"/>
                  </a:lnTo>
                  <a:lnTo>
                    <a:pt x="185308" y="95760"/>
                  </a:lnTo>
                  <a:cubicBezTo>
                    <a:pt x="203839" y="97037"/>
                    <a:pt x="222370" y="103421"/>
                    <a:pt x="237705" y="114273"/>
                  </a:cubicBezTo>
                  <a:lnTo>
                    <a:pt x="253041" y="98952"/>
                  </a:lnTo>
                  <a:lnTo>
                    <a:pt x="240900" y="86822"/>
                  </a:lnTo>
                  <a:cubicBezTo>
                    <a:pt x="238345" y="84269"/>
                    <a:pt x="238983" y="79800"/>
                    <a:pt x="241540" y="77885"/>
                  </a:cubicBezTo>
                  <a:cubicBezTo>
                    <a:pt x="244095" y="75970"/>
                    <a:pt x="247290" y="75970"/>
                    <a:pt x="249846" y="77885"/>
                  </a:cubicBezTo>
                  <a:lnTo>
                    <a:pt x="283713" y="111720"/>
                  </a:lnTo>
                  <a:cubicBezTo>
                    <a:pt x="286269" y="112997"/>
                    <a:pt x="286269" y="116827"/>
                    <a:pt x="283713" y="119381"/>
                  </a:cubicBezTo>
                  <a:lnTo>
                    <a:pt x="283713" y="119381"/>
                  </a:lnTo>
                  <a:close/>
                </a:path>
              </a:pathLst>
            </a:custGeom>
            <a:grpFill/>
            <a:ln w="63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125"/>
            </a:p>
          </p:txBody>
        </p:sp>
      </p:grpSp>
      <p:grpSp>
        <p:nvGrpSpPr>
          <p:cNvPr id="60" name="Graphic 1100">
            <a:extLst>
              <a:ext uri="{FF2B5EF4-FFF2-40B4-BE49-F238E27FC236}">
                <a16:creationId xmlns:a16="http://schemas.microsoft.com/office/drawing/2014/main" id="{FFDD800F-5D86-9A54-2B39-1CB581398D2E}"/>
              </a:ext>
            </a:extLst>
          </p:cNvPr>
          <p:cNvGrpSpPr/>
          <p:nvPr/>
        </p:nvGrpSpPr>
        <p:grpSpPr>
          <a:xfrm>
            <a:off x="4234920" y="4137962"/>
            <a:ext cx="226443" cy="226232"/>
            <a:chOff x="9280105" y="4312706"/>
            <a:chExt cx="362309" cy="361971"/>
          </a:xfrm>
          <a:solidFill>
            <a:srgbClr val="1A3673"/>
          </a:solidFill>
        </p:grpSpPr>
        <p:sp>
          <p:nvSpPr>
            <p:cNvPr id="61" name="Graphic 1100">
              <a:extLst>
                <a:ext uri="{FF2B5EF4-FFF2-40B4-BE49-F238E27FC236}">
                  <a16:creationId xmlns:a16="http://schemas.microsoft.com/office/drawing/2014/main" id="{9F6FF4C7-C26D-E4E1-DB1D-22952ABE9EC6}"/>
                </a:ext>
              </a:extLst>
            </p:cNvPr>
            <p:cNvSpPr/>
            <p:nvPr/>
          </p:nvSpPr>
          <p:spPr>
            <a:xfrm>
              <a:off x="9386817" y="4455707"/>
              <a:ext cx="90097" cy="134063"/>
            </a:xfrm>
            <a:custGeom>
              <a:avLst/>
              <a:gdLst>
                <a:gd name="connsiteX0" fmla="*/ 0 w 90097"/>
                <a:gd name="connsiteY0" fmla="*/ 134064 h 134063"/>
                <a:gd name="connsiteX1" fmla="*/ 90098 w 90097"/>
                <a:gd name="connsiteY1" fmla="*/ 134064 h 134063"/>
                <a:gd name="connsiteX2" fmla="*/ 90098 w 90097"/>
                <a:gd name="connsiteY2" fmla="*/ 0 h 134063"/>
                <a:gd name="connsiteX3" fmla="*/ 0 w 90097"/>
                <a:gd name="connsiteY3" fmla="*/ 0 h 134063"/>
                <a:gd name="connsiteX4" fmla="*/ 0 w 90097"/>
                <a:gd name="connsiteY4" fmla="*/ 134064 h 134063"/>
                <a:gd name="connsiteX5" fmla="*/ 15336 w 90097"/>
                <a:gd name="connsiteY5" fmla="*/ 16598 h 134063"/>
                <a:gd name="connsiteX6" fmla="*/ 74123 w 90097"/>
                <a:gd name="connsiteY6" fmla="*/ 16598 h 134063"/>
                <a:gd name="connsiteX7" fmla="*/ 80513 w 90097"/>
                <a:gd name="connsiteY7" fmla="*/ 22982 h 134063"/>
                <a:gd name="connsiteX8" fmla="*/ 74123 w 90097"/>
                <a:gd name="connsiteY8" fmla="*/ 29366 h 134063"/>
                <a:gd name="connsiteX9" fmla="*/ 15336 w 90097"/>
                <a:gd name="connsiteY9" fmla="*/ 29366 h 134063"/>
                <a:gd name="connsiteX10" fmla="*/ 8946 w 90097"/>
                <a:gd name="connsiteY10" fmla="*/ 22982 h 134063"/>
                <a:gd name="connsiteX11" fmla="*/ 15336 w 90097"/>
                <a:gd name="connsiteY11" fmla="*/ 16598 h 134063"/>
                <a:gd name="connsiteX12" fmla="*/ 15336 w 90097"/>
                <a:gd name="connsiteY12" fmla="*/ 45965 h 134063"/>
                <a:gd name="connsiteX13" fmla="*/ 74123 w 90097"/>
                <a:gd name="connsiteY13" fmla="*/ 45965 h 134063"/>
                <a:gd name="connsiteX14" fmla="*/ 80513 w 90097"/>
                <a:gd name="connsiteY14" fmla="*/ 52349 h 134063"/>
                <a:gd name="connsiteX15" fmla="*/ 74123 w 90097"/>
                <a:gd name="connsiteY15" fmla="*/ 58733 h 134063"/>
                <a:gd name="connsiteX16" fmla="*/ 15336 w 90097"/>
                <a:gd name="connsiteY16" fmla="*/ 58733 h 134063"/>
                <a:gd name="connsiteX17" fmla="*/ 8946 w 90097"/>
                <a:gd name="connsiteY17" fmla="*/ 52349 h 134063"/>
                <a:gd name="connsiteX18" fmla="*/ 15336 w 90097"/>
                <a:gd name="connsiteY18" fmla="*/ 45965 h 134063"/>
                <a:gd name="connsiteX19" fmla="*/ 15336 w 90097"/>
                <a:gd name="connsiteY19" fmla="*/ 75331 h 134063"/>
                <a:gd name="connsiteX20" fmla="*/ 74123 w 90097"/>
                <a:gd name="connsiteY20" fmla="*/ 75331 h 134063"/>
                <a:gd name="connsiteX21" fmla="*/ 80513 w 90097"/>
                <a:gd name="connsiteY21" fmla="*/ 81715 h 134063"/>
                <a:gd name="connsiteX22" fmla="*/ 74123 w 90097"/>
                <a:gd name="connsiteY22" fmla="*/ 88099 h 134063"/>
                <a:gd name="connsiteX23" fmla="*/ 15336 w 90097"/>
                <a:gd name="connsiteY23" fmla="*/ 88099 h 134063"/>
                <a:gd name="connsiteX24" fmla="*/ 8946 w 90097"/>
                <a:gd name="connsiteY24" fmla="*/ 81715 h 134063"/>
                <a:gd name="connsiteX25" fmla="*/ 15336 w 90097"/>
                <a:gd name="connsiteY25" fmla="*/ 75331 h 134063"/>
                <a:gd name="connsiteX26" fmla="*/ 15336 w 90097"/>
                <a:gd name="connsiteY26" fmla="*/ 104697 h 134063"/>
                <a:gd name="connsiteX27" fmla="*/ 74123 w 90097"/>
                <a:gd name="connsiteY27" fmla="*/ 104697 h 134063"/>
                <a:gd name="connsiteX28" fmla="*/ 80513 w 90097"/>
                <a:gd name="connsiteY28" fmla="*/ 111081 h 134063"/>
                <a:gd name="connsiteX29" fmla="*/ 74123 w 90097"/>
                <a:gd name="connsiteY29" fmla="*/ 117465 h 134063"/>
                <a:gd name="connsiteX30" fmla="*/ 15336 w 90097"/>
                <a:gd name="connsiteY30" fmla="*/ 117465 h 134063"/>
                <a:gd name="connsiteX31" fmla="*/ 8946 w 90097"/>
                <a:gd name="connsiteY31" fmla="*/ 111081 h 134063"/>
                <a:gd name="connsiteX32" fmla="*/ 15336 w 90097"/>
                <a:gd name="connsiteY32" fmla="*/ 104697 h 134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097" h="134063">
                  <a:moveTo>
                    <a:pt x="0" y="134064"/>
                  </a:moveTo>
                  <a:lnTo>
                    <a:pt x="90098" y="134064"/>
                  </a:lnTo>
                  <a:lnTo>
                    <a:pt x="90098" y="0"/>
                  </a:lnTo>
                  <a:lnTo>
                    <a:pt x="0" y="0"/>
                  </a:lnTo>
                  <a:lnTo>
                    <a:pt x="0" y="134064"/>
                  </a:lnTo>
                  <a:close/>
                  <a:moveTo>
                    <a:pt x="15336" y="16598"/>
                  </a:moveTo>
                  <a:lnTo>
                    <a:pt x="74123" y="16598"/>
                  </a:lnTo>
                  <a:cubicBezTo>
                    <a:pt x="77957" y="16598"/>
                    <a:pt x="80513" y="19152"/>
                    <a:pt x="80513" y="22982"/>
                  </a:cubicBezTo>
                  <a:cubicBezTo>
                    <a:pt x="80513" y="26813"/>
                    <a:pt x="77957" y="29366"/>
                    <a:pt x="74123" y="29366"/>
                  </a:cubicBezTo>
                  <a:lnTo>
                    <a:pt x="15336" y="29366"/>
                  </a:lnTo>
                  <a:cubicBezTo>
                    <a:pt x="11502" y="29366"/>
                    <a:pt x="8946" y="26813"/>
                    <a:pt x="8946" y="22982"/>
                  </a:cubicBezTo>
                  <a:cubicBezTo>
                    <a:pt x="8946" y="19152"/>
                    <a:pt x="12141" y="16598"/>
                    <a:pt x="15336" y="16598"/>
                  </a:cubicBezTo>
                  <a:close/>
                  <a:moveTo>
                    <a:pt x="15336" y="45965"/>
                  </a:moveTo>
                  <a:lnTo>
                    <a:pt x="74123" y="45965"/>
                  </a:lnTo>
                  <a:cubicBezTo>
                    <a:pt x="77957" y="45965"/>
                    <a:pt x="80513" y="48518"/>
                    <a:pt x="80513" y="52349"/>
                  </a:cubicBezTo>
                  <a:cubicBezTo>
                    <a:pt x="80513" y="56179"/>
                    <a:pt x="77957" y="58733"/>
                    <a:pt x="74123" y="58733"/>
                  </a:cubicBezTo>
                  <a:lnTo>
                    <a:pt x="15336" y="58733"/>
                  </a:lnTo>
                  <a:cubicBezTo>
                    <a:pt x="11502" y="58733"/>
                    <a:pt x="8946" y="56179"/>
                    <a:pt x="8946" y="52349"/>
                  </a:cubicBezTo>
                  <a:cubicBezTo>
                    <a:pt x="8946" y="48518"/>
                    <a:pt x="12141" y="45965"/>
                    <a:pt x="15336" y="45965"/>
                  </a:cubicBezTo>
                  <a:close/>
                  <a:moveTo>
                    <a:pt x="15336" y="75331"/>
                  </a:moveTo>
                  <a:lnTo>
                    <a:pt x="74123" y="75331"/>
                  </a:lnTo>
                  <a:cubicBezTo>
                    <a:pt x="77957" y="75331"/>
                    <a:pt x="80513" y="77885"/>
                    <a:pt x="80513" y="81715"/>
                  </a:cubicBezTo>
                  <a:cubicBezTo>
                    <a:pt x="80513" y="85545"/>
                    <a:pt x="77957" y="88099"/>
                    <a:pt x="74123" y="88099"/>
                  </a:cubicBezTo>
                  <a:lnTo>
                    <a:pt x="15336" y="88099"/>
                  </a:lnTo>
                  <a:cubicBezTo>
                    <a:pt x="11502" y="88099"/>
                    <a:pt x="8946" y="85545"/>
                    <a:pt x="8946" y="81715"/>
                  </a:cubicBezTo>
                  <a:cubicBezTo>
                    <a:pt x="8946" y="77885"/>
                    <a:pt x="12141" y="75331"/>
                    <a:pt x="15336" y="75331"/>
                  </a:cubicBezTo>
                  <a:close/>
                  <a:moveTo>
                    <a:pt x="15336" y="104697"/>
                  </a:moveTo>
                  <a:lnTo>
                    <a:pt x="74123" y="104697"/>
                  </a:lnTo>
                  <a:cubicBezTo>
                    <a:pt x="77957" y="104697"/>
                    <a:pt x="80513" y="107251"/>
                    <a:pt x="80513" y="111081"/>
                  </a:cubicBezTo>
                  <a:cubicBezTo>
                    <a:pt x="80513" y="114912"/>
                    <a:pt x="77957" y="117465"/>
                    <a:pt x="74123" y="117465"/>
                  </a:cubicBezTo>
                  <a:lnTo>
                    <a:pt x="15336" y="117465"/>
                  </a:lnTo>
                  <a:cubicBezTo>
                    <a:pt x="11502" y="117465"/>
                    <a:pt x="8946" y="114912"/>
                    <a:pt x="8946" y="111081"/>
                  </a:cubicBezTo>
                  <a:cubicBezTo>
                    <a:pt x="8946" y="107251"/>
                    <a:pt x="12141" y="104697"/>
                    <a:pt x="15336" y="104697"/>
                  </a:cubicBezTo>
                  <a:close/>
                </a:path>
              </a:pathLst>
            </a:custGeom>
            <a:grpFill/>
            <a:ln w="63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125"/>
            </a:p>
          </p:txBody>
        </p:sp>
        <p:sp>
          <p:nvSpPr>
            <p:cNvPr id="83" name="Graphic 1100">
              <a:extLst>
                <a:ext uri="{FF2B5EF4-FFF2-40B4-BE49-F238E27FC236}">
                  <a16:creationId xmlns:a16="http://schemas.microsoft.com/office/drawing/2014/main" id="{A04F9B4E-714A-A8CB-0EA4-E0CA78D928FC}"/>
                </a:ext>
              </a:extLst>
            </p:cNvPr>
            <p:cNvSpPr/>
            <p:nvPr/>
          </p:nvSpPr>
          <p:spPr>
            <a:xfrm>
              <a:off x="9280105" y="4312706"/>
              <a:ext cx="362309" cy="361971"/>
            </a:xfrm>
            <a:custGeom>
              <a:avLst/>
              <a:gdLst>
                <a:gd name="connsiteX0" fmla="*/ 180835 w 362309"/>
                <a:gd name="connsiteY0" fmla="*/ 0 h 361971"/>
                <a:gd name="connsiteX1" fmla="*/ 0 w 362309"/>
                <a:gd name="connsiteY1" fmla="*/ 181305 h 361971"/>
                <a:gd name="connsiteX2" fmla="*/ 181474 w 362309"/>
                <a:gd name="connsiteY2" fmla="*/ 361972 h 361971"/>
                <a:gd name="connsiteX3" fmla="*/ 362309 w 362309"/>
                <a:gd name="connsiteY3" fmla="*/ 180667 h 361971"/>
                <a:gd name="connsiteX4" fmla="*/ 180835 w 362309"/>
                <a:gd name="connsiteY4" fmla="*/ 0 h 361971"/>
                <a:gd name="connsiteX5" fmla="*/ 180835 w 362309"/>
                <a:gd name="connsiteY5" fmla="*/ 0 h 361971"/>
                <a:gd name="connsiteX6" fmla="*/ 208951 w 362309"/>
                <a:gd name="connsiteY6" fmla="*/ 283449 h 361971"/>
                <a:gd name="connsiteX7" fmla="*/ 202561 w 362309"/>
                <a:gd name="connsiteY7" fmla="*/ 289833 h 361971"/>
                <a:gd name="connsiteX8" fmla="*/ 100322 w 362309"/>
                <a:gd name="connsiteY8" fmla="*/ 289833 h 361971"/>
                <a:gd name="connsiteX9" fmla="*/ 93932 w 362309"/>
                <a:gd name="connsiteY9" fmla="*/ 283449 h 361971"/>
                <a:gd name="connsiteX10" fmla="*/ 93932 w 362309"/>
                <a:gd name="connsiteY10" fmla="*/ 136617 h 361971"/>
                <a:gd name="connsiteX11" fmla="*/ 100322 w 362309"/>
                <a:gd name="connsiteY11" fmla="*/ 130233 h 361971"/>
                <a:gd name="connsiteX12" fmla="*/ 203200 w 362309"/>
                <a:gd name="connsiteY12" fmla="*/ 130233 h 361971"/>
                <a:gd name="connsiteX13" fmla="*/ 209589 w 362309"/>
                <a:gd name="connsiteY13" fmla="*/ 136617 h 361971"/>
                <a:gd name="connsiteX14" fmla="*/ 208951 w 362309"/>
                <a:gd name="connsiteY14" fmla="*/ 283449 h 361971"/>
                <a:gd name="connsiteX15" fmla="*/ 238344 w 362309"/>
                <a:gd name="connsiteY15" fmla="*/ 254082 h 361971"/>
                <a:gd name="connsiteX16" fmla="*/ 231954 w 362309"/>
                <a:gd name="connsiteY16" fmla="*/ 260466 h 361971"/>
                <a:gd name="connsiteX17" fmla="*/ 225564 w 362309"/>
                <a:gd name="connsiteY17" fmla="*/ 254082 h 361971"/>
                <a:gd name="connsiteX18" fmla="*/ 225564 w 362309"/>
                <a:gd name="connsiteY18" fmla="*/ 113635 h 361971"/>
                <a:gd name="connsiteX19" fmla="*/ 129076 w 362309"/>
                <a:gd name="connsiteY19" fmla="*/ 113635 h 361971"/>
                <a:gd name="connsiteX20" fmla="*/ 122686 w 362309"/>
                <a:gd name="connsiteY20" fmla="*/ 107251 h 361971"/>
                <a:gd name="connsiteX21" fmla="*/ 129076 w 362309"/>
                <a:gd name="connsiteY21" fmla="*/ 100867 h 361971"/>
                <a:gd name="connsiteX22" fmla="*/ 231954 w 362309"/>
                <a:gd name="connsiteY22" fmla="*/ 100867 h 361971"/>
                <a:gd name="connsiteX23" fmla="*/ 238344 w 362309"/>
                <a:gd name="connsiteY23" fmla="*/ 107251 h 361971"/>
                <a:gd name="connsiteX24" fmla="*/ 238344 w 362309"/>
                <a:gd name="connsiteY24" fmla="*/ 254082 h 361971"/>
                <a:gd name="connsiteX25" fmla="*/ 267738 w 362309"/>
                <a:gd name="connsiteY25" fmla="*/ 224716 h 361971"/>
                <a:gd name="connsiteX26" fmla="*/ 261348 w 362309"/>
                <a:gd name="connsiteY26" fmla="*/ 231100 h 361971"/>
                <a:gd name="connsiteX27" fmla="*/ 254958 w 362309"/>
                <a:gd name="connsiteY27" fmla="*/ 224716 h 361971"/>
                <a:gd name="connsiteX28" fmla="*/ 254958 w 362309"/>
                <a:gd name="connsiteY28" fmla="*/ 84269 h 361971"/>
                <a:gd name="connsiteX29" fmla="*/ 158470 w 362309"/>
                <a:gd name="connsiteY29" fmla="*/ 84269 h 361971"/>
                <a:gd name="connsiteX30" fmla="*/ 152080 w 362309"/>
                <a:gd name="connsiteY30" fmla="*/ 77885 h 361971"/>
                <a:gd name="connsiteX31" fmla="*/ 158470 w 362309"/>
                <a:gd name="connsiteY31" fmla="*/ 71501 h 361971"/>
                <a:gd name="connsiteX32" fmla="*/ 261348 w 362309"/>
                <a:gd name="connsiteY32" fmla="*/ 71501 h 361971"/>
                <a:gd name="connsiteX33" fmla="*/ 267738 w 362309"/>
                <a:gd name="connsiteY33" fmla="*/ 77885 h 361971"/>
                <a:gd name="connsiteX34" fmla="*/ 267738 w 362309"/>
                <a:gd name="connsiteY34" fmla="*/ 224716 h 361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09" h="361971">
                  <a:moveTo>
                    <a:pt x="180835" y="0"/>
                  </a:moveTo>
                  <a:cubicBezTo>
                    <a:pt x="80513" y="0"/>
                    <a:pt x="0" y="81077"/>
                    <a:pt x="0" y="181305"/>
                  </a:cubicBezTo>
                  <a:cubicBezTo>
                    <a:pt x="0" y="281534"/>
                    <a:pt x="81152" y="361972"/>
                    <a:pt x="181474" y="361972"/>
                  </a:cubicBezTo>
                  <a:cubicBezTo>
                    <a:pt x="281157" y="361972"/>
                    <a:pt x="362309" y="280895"/>
                    <a:pt x="362309" y="180667"/>
                  </a:cubicBezTo>
                  <a:cubicBezTo>
                    <a:pt x="362309" y="81077"/>
                    <a:pt x="281157" y="0"/>
                    <a:pt x="180835" y="0"/>
                  </a:cubicBezTo>
                  <a:cubicBezTo>
                    <a:pt x="180835" y="0"/>
                    <a:pt x="180835" y="0"/>
                    <a:pt x="180835" y="0"/>
                  </a:cubicBezTo>
                  <a:close/>
                  <a:moveTo>
                    <a:pt x="208951" y="283449"/>
                  </a:moveTo>
                  <a:cubicBezTo>
                    <a:pt x="208951" y="287279"/>
                    <a:pt x="206395" y="289833"/>
                    <a:pt x="202561" y="289833"/>
                  </a:cubicBezTo>
                  <a:lnTo>
                    <a:pt x="100322" y="289833"/>
                  </a:lnTo>
                  <a:cubicBezTo>
                    <a:pt x="96488" y="289833"/>
                    <a:pt x="93932" y="287279"/>
                    <a:pt x="93932" y="283449"/>
                  </a:cubicBezTo>
                  <a:lnTo>
                    <a:pt x="93932" y="136617"/>
                  </a:lnTo>
                  <a:cubicBezTo>
                    <a:pt x="93932" y="132787"/>
                    <a:pt x="96488" y="130233"/>
                    <a:pt x="100322" y="130233"/>
                  </a:cubicBezTo>
                  <a:lnTo>
                    <a:pt x="203200" y="130233"/>
                  </a:lnTo>
                  <a:cubicBezTo>
                    <a:pt x="207033" y="130233"/>
                    <a:pt x="209589" y="132787"/>
                    <a:pt x="209589" y="136617"/>
                  </a:cubicBezTo>
                  <a:lnTo>
                    <a:pt x="208951" y="283449"/>
                  </a:lnTo>
                  <a:close/>
                  <a:moveTo>
                    <a:pt x="238344" y="254082"/>
                  </a:moveTo>
                  <a:cubicBezTo>
                    <a:pt x="238344" y="257913"/>
                    <a:pt x="235788" y="260466"/>
                    <a:pt x="231954" y="260466"/>
                  </a:cubicBezTo>
                  <a:cubicBezTo>
                    <a:pt x="228120" y="260466"/>
                    <a:pt x="225564" y="257913"/>
                    <a:pt x="225564" y="254082"/>
                  </a:cubicBezTo>
                  <a:lnTo>
                    <a:pt x="225564" y="113635"/>
                  </a:lnTo>
                  <a:lnTo>
                    <a:pt x="129076" y="113635"/>
                  </a:lnTo>
                  <a:cubicBezTo>
                    <a:pt x="125243" y="113635"/>
                    <a:pt x="122686" y="111081"/>
                    <a:pt x="122686" y="107251"/>
                  </a:cubicBezTo>
                  <a:cubicBezTo>
                    <a:pt x="122686" y="103421"/>
                    <a:pt x="125243" y="100867"/>
                    <a:pt x="129076" y="100867"/>
                  </a:cubicBezTo>
                  <a:lnTo>
                    <a:pt x="231954" y="100867"/>
                  </a:lnTo>
                  <a:cubicBezTo>
                    <a:pt x="235788" y="100867"/>
                    <a:pt x="238344" y="103421"/>
                    <a:pt x="238344" y="107251"/>
                  </a:cubicBezTo>
                  <a:lnTo>
                    <a:pt x="238344" y="254082"/>
                  </a:lnTo>
                  <a:close/>
                  <a:moveTo>
                    <a:pt x="267738" y="224716"/>
                  </a:moveTo>
                  <a:cubicBezTo>
                    <a:pt x="267738" y="228546"/>
                    <a:pt x="265182" y="231100"/>
                    <a:pt x="261348" y="231100"/>
                  </a:cubicBezTo>
                  <a:cubicBezTo>
                    <a:pt x="257514" y="231100"/>
                    <a:pt x="254958" y="228546"/>
                    <a:pt x="254958" y="224716"/>
                  </a:cubicBezTo>
                  <a:lnTo>
                    <a:pt x="254958" y="84269"/>
                  </a:lnTo>
                  <a:lnTo>
                    <a:pt x="158470" y="84269"/>
                  </a:lnTo>
                  <a:cubicBezTo>
                    <a:pt x="154636" y="84269"/>
                    <a:pt x="152080" y="81715"/>
                    <a:pt x="152080" y="77885"/>
                  </a:cubicBezTo>
                  <a:cubicBezTo>
                    <a:pt x="152080" y="74054"/>
                    <a:pt x="154636" y="71501"/>
                    <a:pt x="158470" y="71501"/>
                  </a:cubicBezTo>
                  <a:lnTo>
                    <a:pt x="261348" y="71501"/>
                  </a:lnTo>
                  <a:cubicBezTo>
                    <a:pt x="265182" y="71501"/>
                    <a:pt x="267738" y="74054"/>
                    <a:pt x="267738" y="77885"/>
                  </a:cubicBezTo>
                  <a:lnTo>
                    <a:pt x="267738" y="224716"/>
                  </a:lnTo>
                  <a:close/>
                </a:path>
              </a:pathLst>
            </a:custGeom>
            <a:grpFill/>
            <a:ln w="63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125"/>
            </a:p>
          </p:txBody>
        </p:sp>
      </p:grpSp>
      <p:grpSp>
        <p:nvGrpSpPr>
          <p:cNvPr id="85" name="Graphic 1100">
            <a:extLst>
              <a:ext uri="{FF2B5EF4-FFF2-40B4-BE49-F238E27FC236}">
                <a16:creationId xmlns:a16="http://schemas.microsoft.com/office/drawing/2014/main" id="{1378591E-44EB-FE4B-3691-8C540B326A5E}"/>
              </a:ext>
            </a:extLst>
          </p:cNvPr>
          <p:cNvGrpSpPr/>
          <p:nvPr/>
        </p:nvGrpSpPr>
        <p:grpSpPr>
          <a:xfrm>
            <a:off x="4234920" y="4560142"/>
            <a:ext cx="226443" cy="226232"/>
            <a:chOff x="9280105" y="4312706"/>
            <a:chExt cx="362309" cy="361971"/>
          </a:xfrm>
          <a:solidFill>
            <a:srgbClr val="1A3673"/>
          </a:solidFill>
        </p:grpSpPr>
        <p:sp>
          <p:nvSpPr>
            <p:cNvPr id="86" name="Graphic 1100">
              <a:extLst>
                <a:ext uri="{FF2B5EF4-FFF2-40B4-BE49-F238E27FC236}">
                  <a16:creationId xmlns:a16="http://schemas.microsoft.com/office/drawing/2014/main" id="{D824F6F5-F1F3-B082-1C12-566F4F5C45A7}"/>
                </a:ext>
              </a:extLst>
            </p:cNvPr>
            <p:cNvSpPr/>
            <p:nvPr/>
          </p:nvSpPr>
          <p:spPr>
            <a:xfrm>
              <a:off x="9386817" y="4455707"/>
              <a:ext cx="90097" cy="134063"/>
            </a:xfrm>
            <a:custGeom>
              <a:avLst/>
              <a:gdLst>
                <a:gd name="connsiteX0" fmla="*/ 0 w 90097"/>
                <a:gd name="connsiteY0" fmla="*/ 134064 h 134063"/>
                <a:gd name="connsiteX1" fmla="*/ 90098 w 90097"/>
                <a:gd name="connsiteY1" fmla="*/ 134064 h 134063"/>
                <a:gd name="connsiteX2" fmla="*/ 90098 w 90097"/>
                <a:gd name="connsiteY2" fmla="*/ 0 h 134063"/>
                <a:gd name="connsiteX3" fmla="*/ 0 w 90097"/>
                <a:gd name="connsiteY3" fmla="*/ 0 h 134063"/>
                <a:gd name="connsiteX4" fmla="*/ 0 w 90097"/>
                <a:gd name="connsiteY4" fmla="*/ 134064 h 134063"/>
                <a:gd name="connsiteX5" fmla="*/ 15336 w 90097"/>
                <a:gd name="connsiteY5" fmla="*/ 16598 h 134063"/>
                <a:gd name="connsiteX6" fmla="*/ 74123 w 90097"/>
                <a:gd name="connsiteY6" fmla="*/ 16598 h 134063"/>
                <a:gd name="connsiteX7" fmla="*/ 80513 w 90097"/>
                <a:gd name="connsiteY7" fmla="*/ 22982 h 134063"/>
                <a:gd name="connsiteX8" fmla="*/ 74123 w 90097"/>
                <a:gd name="connsiteY8" fmla="*/ 29366 h 134063"/>
                <a:gd name="connsiteX9" fmla="*/ 15336 w 90097"/>
                <a:gd name="connsiteY9" fmla="*/ 29366 h 134063"/>
                <a:gd name="connsiteX10" fmla="*/ 8946 w 90097"/>
                <a:gd name="connsiteY10" fmla="*/ 22982 h 134063"/>
                <a:gd name="connsiteX11" fmla="*/ 15336 w 90097"/>
                <a:gd name="connsiteY11" fmla="*/ 16598 h 134063"/>
                <a:gd name="connsiteX12" fmla="*/ 15336 w 90097"/>
                <a:gd name="connsiteY12" fmla="*/ 45965 h 134063"/>
                <a:gd name="connsiteX13" fmla="*/ 74123 w 90097"/>
                <a:gd name="connsiteY13" fmla="*/ 45965 h 134063"/>
                <a:gd name="connsiteX14" fmla="*/ 80513 w 90097"/>
                <a:gd name="connsiteY14" fmla="*/ 52349 h 134063"/>
                <a:gd name="connsiteX15" fmla="*/ 74123 w 90097"/>
                <a:gd name="connsiteY15" fmla="*/ 58733 h 134063"/>
                <a:gd name="connsiteX16" fmla="*/ 15336 w 90097"/>
                <a:gd name="connsiteY16" fmla="*/ 58733 h 134063"/>
                <a:gd name="connsiteX17" fmla="*/ 8946 w 90097"/>
                <a:gd name="connsiteY17" fmla="*/ 52349 h 134063"/>
                <a:gd name="connsiteX18" fmla="*/ 15336 w 90097"/>
                <a:gd name="connsiteY18" fmla="*/ 45965 h 134063"/>
                <a:gd name="connsiteX19" fmla="*/ 15336 w 90097"/>
                <a:gd name="connsiteY19" fmla="*/ 75331 h 134063"/>
                <a:gd name="connsiteX20" fmla="*/ 74123 w 90097"/>
                <a:gd name="connsiteY20" fmla="*/ 75331 h 134063"/>
                <a:gd name="connsiteX21" fmla="*/ 80513 w 90097"/>
                <a:gd name="connsiteY21" fmla="*/ 81715 h 134063"/>
                <a:gd name="connsiteX22" fmla="*/ 74123 w 90097"/>
                <a:gd name="connsiteY22" fmla="*/ 88099 h 134063"/>
                <a:gd name="connsiteX23" fmla="*/ 15336 w 90097"/>
                <a:gd name="connsiteY23" fmla="*/ 88099 h 134063"/>
                <a:gd name="connsiteX24" fmla="*/ 8946 w 90097"/>
                <a:gd name="connsiteY24" fmla="*/ 81715 h 134063"/>
                <a:gd name="connsiteX25" fmla="*/ 15336 w 90097"/>
                <a:gd name="connsiteY25" fmla="*/ 75331 h 134063"/>
                <a:gd name="connsiteX26" fmla="*/ 15336 w 90097"/>
                <a:gd name="connsiteY26" fmla="*/ 104697 h 134063"/>
                <a:gd name="connsiteX27" fmla="*/ 74123 w 90097"/>
                <a:gd name="connsiteY27" fmla="*/ 104697 h 134063"/>
                <a:gd name="connsiteX28" fmla="*/ 80513 w 90097"/>
                <a:gd name="connsiteY28" fmla="*/ 111081 h 134063"/>
                <a:gd name="connsiteX29" fmla="*/ 74123 w 90097"/>
                <a:gd name="connsiteY29" fmla="*/ 117465 h 134063"/>
                <a:gd name="connsiteX30" fmla="*/ 15336 w 90097"/>
                <a:gd name="connsiteY30" fmla="*/ 117465 h 134063"/>
                <a:gd name="connsiteX31" fmla="*/ 8946 w 90097"/>
                <a:gd name="connsiteY31" fmla="*/ 111081 h 134063"/>
                <a:gd name="connsiteX32" fmla="*/ 15336 w 90097"/>
                <a:gd name="connsiteY32" fmla="*/ 104697 h 134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097" h="134063">
                  <a:moveTo>
                    <a:pt x="0" y="134064"/>
                  </a:moveTo>
                  <a:lnTo>
                    <a:pt x="90098" y="134064"/>
                  </a:lnTo>
                  <a:lnTo>
                    <a:pt x="90098" y="0"/>
                  </a:lnTo>
                  <a:lnTo>
                    <a:pt x="0" y="0"/>
                  </a:lnTo>
                  <a:lnTo>
                    <a:pt x="0" y="134064"/>
                  </a:lnTo>
                  <a:close/>
                  <a:moveTo>
                    <a:pt x="15336" y="16598"/>
                  </a:moveTo>
                  <a:lnTo>
                    <a:pt x="74123" y="16598"/>
                  </a:lnTo>
                  <a:cubicBezTo>
                    <a:pt x="77957" y="16598"/>
                    <a:pt x="80513" y="19152"/>
                    <a:pt x="80513" y="22982"/>
                  </a:cubicBezTo>
                  <a:cubicBezTo>
                    <a:pt x="80513" y="26813"/>
                    <a:pt x="77957" y="29366"/>
                    <a:pt x="74123" y="29366"/>
                  </a:cubicBezTo>
                  <a:lnTo>
                    <a:pt x="15336" y="29366"/>
                  </a:lnTo>
                  <a:cubicBezTo>
                    <a:pt x="11502" y="29366"/>
                    <a:pt x="8946" y="26813"/>
                    <a:pt x="8946" y="22982"/>
                  </a:cubicBezTo>
                  <a:cubicBezTo>
                    <a:pt x="8946" y="19152"/>
                    <a:pt x="12141" y="16598"/>
                    <a:pt x="15336" y="16598"/>
                  </a:cubicBezTo>
                  <a:close/>
                  <a:moveTo>
                    <a:pt x="15336" y="45965"/>
                  </a:moveTo>
                  <a:lnTo>
                    <a:pt x="74123" y="45965"/>
                  </a:lnTo>
                  <a:cubicBezTo>
                    <a:pt x="77957" y="45965"/>
                    <a:pt x="80513" y="48518"/>
                    <a:pt x="80513" y="52349"/>
                  </a:cubicBezTo>
                  <a:cubicBezTo>
                    <a:pt x="80513" y="56179"/>
                    <a:pt x="77957" y="58733"/>
                    <a:pt x="74123" y="58733"/>
                  </a:cubicBezTo>
                  <a:lnTo>
                    <a:pt x="15336" y="58733"/>
                  </a:lnTo>
                  <a:cubicBezTo>
                    <a:pt x="11502" y="58733"/>
                    <a:pt x="8946" y="56179"/>
                    <a:pt x="8946" y="52349"/>
                  </a:cubicBezTo>
                  <a:cubicBezTo>
                    <a:pt x="8946" y="48518"/>
                    <a:pt x="12141" y="45965"/>
                    <a:pt x="15336" y="45965"/>
                  </a:cubicBezTo>
                  <a:close/>
                  <a:moveTo>
                    <a:pt x="15336" y="75331"/>
                  </a:moveTo>
                  <a:lnTo>
                    <a:pt x="74123" y="75331"/>
                  </a:lnTo>
                  <a:cubicBezTo>
                    <a:pt x="77957" y="75331"/>
                    <a:pt x="80513" y="77885"/>
                    <a:pt x="80513" y="81715"/>
                  </a:cubicBezTo>
                  <a:cubicBezTo>
                    <a:pt x="80513" y="85545"/>
                    <a:pt x="77957" y="88099"/>
                    <a:pt x="74123" y="88099"/>
                  </a:cubicBezTo>
                  <a:lnTo>
                    <a:pt x="15336" y="88099"/>
                  </a:lnTo>
                  <a:cubicBezTo>
                    <a:pt x="11502" y="88099"/>
                    <a:pt x="8946" y="85545"/>
                    <a:pt x="8946" y="81715"/>
                  </a:cubicBezTo>
                  <a:cubicBezTo>
                    <a:pt x="8946" y="77885"/>
                    <a:pt x="12141" y="75331"/>
                    <a:pt x="15336" y="75331"/>
                  </a:cubicBezTo>
                  <a:close/>
                  <a:moveTo>
                    <a:pt x="15336" y="104697"/>
                  </a:moveTo>
                  <a:lnTo>
                    <a:pt x="74123" y="104697"/>
                  </a:lnTo>
                  <a:cubicBezTo>
                    <a:pt x="77957" y="104697"/>
                    <a:pt x="80513" y="107251"/>
                    <a:pt x="80513" y="111081"/>
                  </a:cubicBezTo>
                  <a:cubicBezTo>
                    <a:pt x="80513" y="114912"/>
                    <a:pt x="77957" y="117465"/>
                    <a:pt x="74123" y="117465"/>
                  </a:cubicBezTo>
                  <a:lnTo>
                    <a:pt x="15336" y="117465"/>
                  </a:lnTo>
                  <a:cubicBezTo>
                    <a:pt x="11502" y="117465"/>
                    <a:pt x="8946" y="114912"/>
                    <a:pt x="8946" y="111081"/>
                  </a:cubicBezTo>
                  <a:cubicBezTo>
                    <a:pt x="8946" y="107251"/>
                    <a:pt x="12141" y="104697"/>
                    <a:pt x="15336" y="104697"/>
                  </a:cubicBezTo>
                  <a:close/>
                </a:path>
              </a:pathLst>
            </a:custGeom>
            <a:grpFill/>
            <a:ln w="63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125"/>
            </a:p>
          </p:txBody>
        </p:sp>
        <p:sp>
          <p:nvSpPr>
            <p:cNvPr id="87" name="Graphic 1100">
              <a:extLst>
                <a:ext uri="{FF2B5EF4-FFF2-40B4-BE49-F238E27FC236}">
                  <a16:creationId xmlns:a16="http://schemas.microsoft.com/office/drawing/2014/main" id="{9C5C0931-F513-FB3C-9FAC-AAC5650E4140}"/>
                </a:ext>
              </a:extLst>
            </p:cNvPr>
            <p:cNvSpPr/>
            <p:nvPr/>
          </p:nvSpPr>
          <p:spPr>
            <a:xfrm>
              <a:off x="9280105" y="4312706"/>
              <a:ext cx="362309" cy="361971"/>
            </a:xfrm>
            <a:custGeom>
              <a:avLst/>
              <a:gdLst>
                <a:gd name="connsiteX0" fmla="*/ 180835 w 362309"/>
                <a:gd name="connsiteY0" fmla="*/ 0 h 361971"/>
                <a:gd name="connsiteX1" fmla="*/ 0 w 362309"/>
                <a:gd name="connsiteY1" fmla="*/ 181305 h 361971"/>
                <a:gd name="connsiteX2" fmla="*/ 181474 w 362309"/>
                <a:gd name="connsiteY2" fmla="*/ 361972 h 361971"/>
                <a:gd name="connsiteX3" fmla="*/ 362309 w 362309"/>
                <a:gd name="connsiteY3" fmla="*/ 180667 h 361971"/>
                <a:gd name="connsiteX4" fmla="*/ 180835 w 362309"/>
                <a:gd name="connsiteY4" fmla="*/ 0 h 361971"/>
                <a:gd name="connsiteX5" fmla="*/ 180835 w 362309"/>
                <a:gd name="connsiteY5" fmla="*/ 0 h 361971"/>
                <a:gd name="connsiteX6" fmla="*/ 208951 w 362309"/>
                <a:gd name="connsiteY6" fmla="*/ 283449 h 361971"/>
                <a:gd name="connsiteX7" fmla="*/ 202561 w 362309"/>
                <a:gd name="connsiteY7" fmla="*/ 289833 h 361971"/>
                <a:gd name="connsiteX8" fmla="*/ 100322 w 362309"/>
                <a:gd name="connsiteY8" fmla="*/ 289833 h 361971"/>
                <a:gd name="connsiteX9" fmla="*/ 93932 w 362309"/>
                <a:gd name="connsiteY9" fmla="*/ 283449 h 361971"/>
                <a:gd name="connsiteX10" fmla="*/ 93932 w 362309"/>
                <a:gd name="connsiteY10" fmla="*/ 136617 h 361971"/>
                <a:gd name="connsiteX11" fmla="*/ 100322 w 362309"/>
                <a:gd name="connsiteY11" fmla="*/ 130233 h 361971"/>
                <a:gd name="connsiteX12" fmla="*/ 203200 w 362309"/>
                <a:gd name="connsiteY12" fmla="*/ 130233 h 361971"/>
                <a:gd name="connsiteX13" fmla="*/ 209589 w 362309"/>
                <a:gd name="connsiteY13" fmla="*/ 136617 h 361971"/>
                <a:gd name="connsiteX14" fmla="*/ 208951 w 362309"/>
                <a:gd name="connsiteY14" fmla="*/ 283449 h 361971"/>
                <a:gd name="connsiteX15" fmla="*/ 238344 w 362309"/>
                <a:gd name="connsiteY15" fmla="*/ 254082 h 361971"/>
                <a:gd name="connsiteX16" fmla="*/ 231954 w 362309"/>
                <a:gd name="connsiteY16" fmla="*/ 260466 h 361971"/>
                <a:gd name="connsiteX17" fmla="*/ 225564 w 362309"/>
                <a:gd name="connsiteY17" fmla="*/ 254082 h 361971"/>
                <a:gd name="connsiteX18" fmla="*/ 225564 w 362309"/>
                <a:gd name="connsiteY18" fmla="*/ 113635 h 361971"/>
                <a:gd name="connsiteX19" fmla="*/ 129076 w 362309"/>
                <a:gd name="connsiteY19" fmla="*/ 113635 h 361971"/>
                <a:gd name="connsiteX20" fmla="*/ 122686 w 362309"/>
                <a:gd name="connsiteY20" fmla="*/ 107251 h 361971"/>
                <a:gd name="connsiteX21" fmla="*/ 129076 w 362309"/>
                <a:gd name="connsiteY21" fmla="*/ 100867 h 361971"/>
                <a:gd name="connsiteX22" fmla="*/ 231954 w 362309"/>
                <a:gd name="connsiteY22" fmla="*/ 100867 h 361971"/>
                <a:gd name="connsiteX23" fmla="*/ 238344 w 362309"/>
                <a:gd name="connsiteY23" fmla="*/ 107251 h 361971"/>
                <a:gd name="connsiteX24" fmla="*/ 238344 w 362309"/>
                <a:gd name="connsiteY24" fmla="*/ 254082 h 361971"/>
                <a:gd name="connsiteX25" fmla="*/ 267738 w 362309"/>
                <a:gd name="connsiteY25" fmla="*/ 224716 h 361971"/>
                <a:gd name="connsiteX26" fmla="*/ 261348 w 362309"/>
                <a:gd name="connsiteY26" fmla="*/ 231100 h 361971"/>
                <a:gd name="connsiteX27" fmla="*/ 254958 w 362309"/>
                <a:gd name="connsiteY27" fmla="*/ 224716 h 361971"/>
                <a:gd name="connsiteX28" fmla="*/ 254958 w 362309"/>
                <a:gd name="connsiteY28" fmla="*/ 84269 h 361971"/>
                <a:gd name="connsiteX29" fmla="*/ 158470 w 362309"/>
                <a:gd name="connsiteY29" fmla="*/ 84269 h 361971"/>
                <a:gd name="connsiteX30" fmla="*/ 152080 w 362309"/>
                <a:gd name="connsiteY30" fmla="*/ 77885 h 361971"/>
                <a:gd name="connsiteX31" fmla="*/ 158470 w 362309"/>
                <a:gd name="connsiteY31" fmla="*/ 71501 h 361971"/>
                <a:gd name="connsiteX32" fmla="*/ 261348 w 362309"/>
                <a:gd name="connsiteY32" fmla="*/ 71501 h 361971"/>
                <a:gd name="connsiteX33" fmla="*/ 267738 w 362309"/>
                <a:gd name="connsiteY33" fmla="*/ 77885 h 361971"/>
                <a:gd name="connsiteX34" fmla="*/ 267738 w 362309"/>
                <a:gd name="connsiteY34" fmla="*/ 224716 h 361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09" h="361971">
                  <a:moveTo>
                    <a:pt x="180835" y="0"/>
                  </a:moveTo>
                  <a:cubicBezTo>
                    <a:pt x="80513" y="0"/>
                    <a:pt x="0" y="81077"/>
                    <a:pt x="0" y="181305"/>
                  </a:cubicBezTo>
                  <a:cubicBezTo>
                    <a:pt x="0" y="281534"/>
                    <a:pt x="81152" y="361972"/>
                    <a:pt x="181474" y="361972"/>
                  </a:cubicBezTo>
                  <a:cubicBezTo>
                    <a:pt x="281157" y="361972"/>
                    <a:pt x="362309" y="280895"/>
                    <a:pt x="362309" y="180667"/>
                  </a:cubicBezTo>
                  <a:cubicBezTo>
                    <a:pt x="362309" y="81077"/>
                    <a:pt x="281157" y="0"/>
                    <a:pt x="180835" y="0"/>
                  </a:cubicBezTo>
                  <a:cubicBezTo>
                    <a:pt x="180835" y="0"/>
                    <a:pt x="180835" y="0"/>
                    <a:pt x="180835" y="0"/>
                  </a:cubicBezTo>
                  <a:close/>
                  <a:moveTo>
                    <a:pt x="208951" y="283449"/>
                  </a:moveTo>
                  <a:cubicBezTo>
                    <a:pt x="208951" y="287279"/>
                    <a:pt x="206395" y="289833"/>
                    <a:pt x="202561" y="289833"/>
                  </a:cubicBezTo>
                  <a:lnTo>
                    <a:pt x="100322" y="289833"/>
                  </a:lnTo>
                  <a:cubicBezTo>
                    <a:pt x="96488" y="289833"/>
                    <a:pt x="93932" y="287279"/>
                    <a:pt x="93932" y="283449"/>
                  </a:cubicBezTo>
                  <a:lnTo>
                    <a:pt x="93932" y="136617"/>
                  </a:lnTo>
                  <a:cubicBezTo>
                    <a:pt x="93932" y="132787"/>
                    <a:pt x="96488" y="130233"/>
                    <a:pt x="100322" y="130233"/>
                  </a:cubicBezTo>
                  <a:lnTo>
                    <a:pt x="203200" y="130233"/>
                  </a:lnTo>
                  <a:cubicBezTo>
                    <a:pt x="207033" y="130233"/>
                    <a:pt x="209589" y="132787"/>
                    <a:pt x="209589" y="136617"/>
                  </a:cubicBezTo>
                  <a:lnTo>
                    <a:pt x="208951" y="283449"/>
                  </a:lnTo>
                  <a:close/>
                  <a:moveTo>
                    <a:pt x="238344" y="254082"/>
                  </a:moveTo>
                  <a:cubicBezTo>
                    <a:pt x="238344" y="257913"/>
                    <a:pt x="235788" y="260466"/>
                    <a:pt x="231954" y="260466"/>
                  </a:cubicBezTo>
                  <a:cubicBezTo>
                    <a:pt x="228120" y="260466"/>
                    <a:pt x="225564" y="257913"/>
                    <a:pt x="225564" y="254082"/>
                  </a:cubicBezTo>
                  <a:lnTo>
                    <a:pt x="225564" y="113635"/>
                  </a:lnTo>
                  <a:lnTo>
                    <a:pt x="129076" y="113635"/>
                  </a:lnTo>
                  <a:cubicBezTo>
                    <a:pt x="125243" y="113635"/>
                    <a:pt x="122686" y="111081"/>
                    <a:pt x="122686" y="107251"/>
                  </a:cubicBezTo>
                  <a:cubicBezTo>
                    <a:pt x="122686" y="103421"/>
                    <a:pt x="125243" y="100867"/>
                    <a:pt x="129076" y="100867"/>
                  </a:cubicBezTo>
                  <a:lnTo>
                    <a:pt x="231954" y="100867"/>
                  </a:lnTo>
                  <a:cubicBezTo>
                    <a:pt x="235788" y="100867"/>
                    <a:pt x="238344" y="103421"/>
                    <a:pt x="238344" y="107251"/>
                  </a:cubicBezTo>
                  <a:lnTo>
                    <a:pt x="238344" y="254082"/>
                  </a:lnTo>
                  <a:close/>
                  <a:moveTo>
                    <a:pt x="267738" y="224716"/>
                  </a:moveTo>
                  <a:cubicBezTo>
                    <a:pt x="267738" y="228546"/>
                    <a:pt x="265182" y="231100"/>
                    <a:pt x="261348" y="231100"/>
                  </a:cubicBezTo>
                  <a:cubicBezTo>
                    <a:pt x="257514" y="231100"/>
                    <a:pt x="254958" y="228546"/>
                    <a:pt x="254958" y="224716"/>
                  </a:cubicBezTo>
                  <a:lnTo>
                    <a:pt x="254958" y="84269"/>
                  </a:lnTo>
                  <a:lnTo>
                    <a:pt x="158470" y="84269"/>
                  </a:lnTo>
                  <a:cubicBezTo>
                    <a:pt x="154636" y="84269"/>
                    <a:pt x="152080" y="81715"/>
                    <a:pt x="152080" y="77885"/>
                  </a:cubicBezTo>
                  <a:cubicBezTo>
                    <a:pt x="152080" y="74054"/>
                    <a:pt x="154636" y="71501"/>
                    <a:pt x="158470" y="71501"/>
                  </a:cubicBezTo>
                  <a:lnTo>
                    <a:pt x="261348" y="71501"/>
                  </a:lnTo>
                  <a:cubicBezTo>
                    <a:pt x="265182" y="71501"/>
                    <a:pt x="267738" y="74054"/>
                    <a:pt x="267738" y="77885"/>
                  </a:cubicBezTo>
                  <a:lnTo>
                    <a:pt x="267738" y="224716"/>
                  </a:lnTo>
                  <a:close/>
                </a:path>
              </a:pathLst>
            </a:custGeom>
            <a:grpFill/>
            <a:ln w="63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125"/>
            </a:p>
          </p:txBody>
        </p:sp>
      </p:grpSp>
      <p:grpSp>
        <p:nvGrpSpPr>
          <p:cNvPr id="88" name="Graphic 1100">
            <a:extLst>
              <a:ext uri="{FF2B5EF4-FFF2-40B4-BE49-F238E27FC236}">
                <a16:creationId xmlns:a16="http://schemas.microsoft.com/office/drawing/2014/main" id="{E953A130-2704-B66E-6BDB-7A61585A90D9}"/>
              </a:ext>
            </a:extLst>
          </p:cNvPr>
          <p:cNvGrpSpPr/>
          <p:nvPr/>
        </p:nvGrpSpPr>
        <p:grpSpPr>
          <a:xfrm>
            <a:off x="4234920" y="5400612"/>
            <a:ext cx="226443" cy="226232"/>
            <a:chOff x="9280105" y="4312706"/>
            <a:chExt cx="362309" cy="361971"/>
          </a:xfrm>
          <a:solidFill>
            <a:srgbClr val="1A3673"/>
          </a:solidFill>
        </p:grpSpPr>
        <p:sp>
          <p:nvSpPr>
            <p:cNvPr id="89" name="Graphic 1100">
              <a:extLst>
                <a:ext uri="{FF2B5EF4-FFF2-40B4-BE49-F238E27FC236}">
                  <a16:creationId xmlns:a16="http://schemas.microsoft.com/office/drawing/2014/main" id="{C32C88E7-2C63-3BE7-2DEC-A948C38CAA93}"/>
                </a:ext>
              </a:extLst>
            </p:cNvPr>
            <p:cNvSpPr/>
            <p:nvPr/>
          </p:nvSpPr>
          <p:spPr>
            <a:xfrm>
              <a:off x="9386817" y="4455707"/>
              <a:ext cx="90097" cy="134063"/>
            </a:xfrm>
            <a:custGeom>
              <a:avLst/>
              <a:gdLst>
                <a:gd name="connsiteX0" fmla="*/ 0 w 90097"/>
                <a:gd name="connsiteY0" fmla="*/ 134064 h 134063"/>
                <a:gd name="connsiteX1" fmla="*/ 90098 w 90097"/>
                <a:gd name="connsiteY1" fmla="*/ 134064 h 134063"/>
                <a:gd name="connsiteX2" fmla="*/ 90098 w 90097"/>
                <a:gd name="connsiteY2" fmla="*/ 0 h 134063"/>
                <a:gd name="connsiteX3" fmla="*/ 0 w 90097"/>
                <a:gd name="connsiteY3" fmla="*/ 0 h 134063"/>
                <a:gd name="connsiteX4" fmla="*/ 0 w 90097"/>
                <a:gd name="connsiteY4" fmla="*/ 134064 h 134063"/>
                <a:gd name="connsiteX5" fmla="*/ 15336 w 90097"/>
                <a:gd name="connsiteY5" fmla="*/ 16598 h 134063"/>
                <a:gd name="connsiteX6" fmla="*/ 74123 w 90097"/>
                <a:gd name="connsiteY6" fmla="*/ 16598 h 134063"/>
                <a:gd name="connsiteX7" fmla="*/ 80513 w 90097"/>
                <a:gd name="connsiteY7" fmla="*/ 22982 h 134063"/>
                <a:gd name="connsiteX8" fmla="*/ 74123 w 90097"/>
                <a:gd name="connsiteY8" fmla="*/ 29366 h 134063"/>
                <a:gd name="connsiteX9" fmla="*/ 15336 w 90097"/>
                <a:gd name="connsiteY9" fmla="*/ 29366 h 134063"/>
                <a:gd name="connsiteX10" fmla="*/ 8946 w 90097"/>
                <a:gd name="connsiteY10" fmla="*/ 22982 h 134063"/>
                <a:gd name="connsiteX11" fmla="*/ 15336 w 90097"/>
                <a:gd name="connsiteY11" fmla="*/ 16598 h 134063"/>
                <a:gd name="connsiteX12" fmla="*/ 15336 w 90097"/>
                <a:gd name="connsiteY12" fmla="*/ 45965 h 134063"/>
                <a:gd name="connsiteX13" fmla="*/ 74123 w 90097"/>
                <a:gd name="connsiteY13" fmla="*/ 45965 h 134063"/>
                <a:gd name="connsiteX14" fmla="*/ 80513 w 90097"/>
                <a:gd name="connsiteY14" fmla="*/ 52349 h 134063"/>
                <a:gd name="connsiteX15" fmla="*/ 74123 w 90097"/>
                <a:gd name="connsiteY15" fmla="*/ 58733 h 134063"/>
                <a:gd name="connsiteX16" fmla="*/ 15336 w 90097"/>
                <a:gd name="connsiteY16" fmla="*/ 58733 h 134063"/>
                <a:gd name="connsiteX17" fmla="*/ 8946 w 90097"/>
                <a:gd name="connsiteY17" fmla="*/ 52349 h 134063"/>
                <a:gd name="connsiteX18" fmla="*/ 15336 w 90097"/>
                <a:gd name="connsiteY18" fmla="*/ 45965 h 134063"/>
                <a:gd name="connsiteX19" fmla="*/ 15336 w 90097"/>
                <a:gd name="connsiteY19" fmla="*/ 75331 h 134063"/>
                <a:gd name="connsiteX20" fmla="*/ 74123 w 90097"/>
                <a:gd name="connsiteY20" fmla="*/ 75331 h 134063"/>
                <a:gd name="connsiteX21" fmla="*/ 80513 w 90097"/>
                <a:gd name="connsiteY21" fmla="*/ 81715 h 134063"/>
                <a:gd name="connsiteX22" fmla="*/ 74123 w 90097"/>
                <a:gd name="connsiteY22" fmla="*/ 88099 h 134063"/>
                <a:gd name="connsiteX23" fmla="*/ 15336 w 90097"/>
                <a:gd name="connsiteY23" fmla="*/ 88099 h 134063"/>
                <a:gd name="connsiteX24" fmla="*/ 8946 w 90097"/>
                <a:gd name="connsiteY24" fmla="*/ 81715 h 134063"/>
                <a:gd name="connsiteX25" fmla="*/ 15336 w 90097"/>
                <a:gd name="connsiteY25" fmla="*/ 75331 h 134063"/>
                <a:gd name="connsiteX26" fmla="*/ 15336 w 90097"/>
                <a:gd name="connsiteY26" fmla="*/ 104697 h 134063"/>
                <a:gd name="connsiteX27" fmla="*/ 74123 w 90097"/>
                <a:gd name="connsiteY27" fmla="*/ 104697 h 134063"/>
                <a:gd name="connsiteX28" fmla="*/ 80513 w 90097"/>
                <a:gd name="connsiteY28" fmla="*/ 111081 h 134063"/>
                <a:gd name="connsiteX29" fmla="*/ 74123 w 90097"/>
                <a:gd name="connsiteY29" fmla="*/ 117465 h 134063"/>
                <a:gd name="connsiteX30" fmla="*/ 15336 w 90097"/>
                <a:gd name="connsiteY30" fmla="*/ 117465 h 134063"/>
                <a:gd name="connsiteX31" fmla="*/ 8946 w 90097"/>
                <a:gd name="connsiteY31" fmla="*/ 111081 h 134063"/>
                <a:gd name="connsiteX32" fmla="*/ 15336 w 90097"/>
                <a:gd name="connsiteY32" fmla="*/ 104697 h 134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097" h="134063">
                  <a:moveTo>
                    <a:pt x="0" y="134064"/>
                  </a:moveTo>
                  <a:lnTo>
                    <a:pt x="90098" y="134064"/>
                  </a:lnTo>
                  <a:lnTo>
                    <a:pt x="90098" y="0"/>
                  </a:lnTo>
                  <a:lnTo>
                    <a:pt x="0" y="0"/>
                  </a:lnTo>
                  <a:lnTo>
                    <a:pt x="0" y="134064"/>
                  </a:lnTo>
                  <a:close/>
                  <a:moveTo>
                    <a:pt x="15336" y="16598"/>
                  </a:moveTo>
                  <a:lnTo>
                    <a:pt x="74123" y="16598"/>
                  </a:lnTo>
                  <a:cubicBezTo>
                    <a:pt x="77957" y="16598"/>
                    <a:pt x="80513" y="19152"/>
                    <a:pt x="80513" y="22982"/>
                  </a:cubicBezTo>
                  <a:cubicBezTo>
                    <a:pt x="80513" y="26813"/>
                    <a:pt x="77957" y="29366"/>
                    <a:pt x="74123" y="29366"/>
                  </a:cubicBezTo>
                  <a:lnTo>
                    <a:pt x="15336" y="29366"/>
                  </a:lnTo>
                  <a:cubicBezTo>
                    <a:pt x="11502" y="29366"/>
                    <a:pt x="8946" y="26813"/>
                    <a:pt x="8946" y="22982"/>
                  </a:cubicBezTo>
                  <a:cubicBezTo>
                    <a:pt x="8946" y="19152"/>
                    <a:pt x="12141" y="16598"/>
                    <a:pt x="15336" y="16598"/>
                  </a:cubicBezTo>
                  <a:close/>
                  <a:moveTo>
                    <a:pt x="15336" y="45965"/>
                  </a:moveTo>
                  <a:lnTo>
                    <a:pt x="74123" y="45965"/>
                  </a:lnTo>
                  <a:cubicBezTo>
                    <a:pt x="77957" y="45965"/>
                    <a:pt x="80513" y="48518"/>
                    <a:pt x="80513" y="52349"/>
                  </a:cubicBezTo>
                  <a:cubicBezTo>
                    <a:pt x="80513" y="56179"/>
                    <a:pt x="77957" y="58733"/>
                    <a:pt x="74123" y="58733"/>
                  </a:cubicBezTo>
                  <a:lnTo>
                    <a:pt x="15336" y="58733"/>
                  </a:lnTo>
                  <a:cubicBezTo>
                    <a:pt x="11502" y="58733"/>
                    <a:pt x="8946" y="56179"/>
                    <a:pt x="8946" y="52349"/>
                  </a:cubicBezTo>
                  <a:cubicBezTo>
                    <a:pt x="8946" y="48518"/>
                    <a:pt x="12141" y="45965"/>
                    <a:pt x="15336" y="45965"/>
                  </a:cubicBezTo>
                  <a:close/>
                  <a:moveTo>
                    <a:pt x="15336" y="75331"/>
                  </a:moveTo>
                  <a:lnTo>
                    <a:pt x="74123" y="75331"/>
                  </a:lnTo>
                  <a:cubicBezTo>
                    <a:pt x="77957" y="75331"/>
                    <a:pt x="80513" y="77885"/>
                    <a:pt x="80513" y="81715"/>
                  </a:cubicBezTo>
                  <a:cubicBezTo>
                    <a:pt x="80513" y="85545"/>
                    <a:pt x="77957" y="88099"/>
                    <a:pt x="74123" y="88099"/>
                  </a:cubicBezTo>
                  <a:lnTo>
                    <a:pt x="15336" y="88099"/>
                  </a:lnTo>
                  <a:cubicBezTo>
                    <a:pt x="11502" y="88099"/>
                    <a:pt x="8946" y="85545"/>
                    <a:pt x="8946" y="81715"/>
                  </a:cubicBezTo>
                  <a:cubicBezTo>
                    <a:pt x="8946" y="77885"/>
                    <a:pt x="12141" y="75331"/>
                    <a:pt x="15336" y="75331"/>
                  </a:cubicBezTo>
                  <a:close/>
                  <a:moveTo>
                    <a:pt x="15336" y="104697"/>
                  </a:moveTo>
                  <a:lnTo>
                    <a:pt x="74123" y="104697"/>
                  </a:lnTo>
                  <a:cubicBezTo>
                    <a:pt x="77957" y="104697"/>
                    <a:pt x="80513" y="107251"/>
                    <a:pt x="80513" y="111081"/>
                  </a:cubicBezTo>
                  <a:cubicBezTo>
                    <a:pt x="80513" y="114912"/>
                    <a:pt x="77957" y="117465"/>
                    <a:pt x="74123" y="117465"/>
                  </a:cubicBezTo>
                  <a:lnTo>
                    <a:pt x="15336" y="117465"/>
                  </a:lnTo>
                  <a:cubicBezTo>
                    <a:pt x="11502" y="117465"/>
                    <a:pt x="8946" y="114912"/>
                    <a:pt x="8946" y="111081"/>
                  </a:cubicBezTo>
                  <a:cubicBezTo>
                    <a:pt x="8946" y="107251"/>
                    <a:pt x="12141" y="104697"/>
                    <a:pt x="15336" y="104697"/>
                  </a:cubicBezTo>
                  <a:close/>
                </a:path>
              </a:pathLst>
            </a:custGeom>
            <a:grpFill/>
            <a:ln w="63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125"/>
            </a:p>
          </p:txBody>
        </p:sp>
        <p:sp>
          <p:nvSpPr>
            <p:cNvPr id="93" name="Graphic 1100">
              <a:extLst>
                <a:ext uri="{FF2B5EF4-FFF2-40B4-BE49-F238E27FC236}">
                  <a16:creationId xmlns:a16="http://schemas.microsoft.com/office/drawing/2014/main" id="{417A26A4-53E6-6458-777C-4E857B8B699A}"/>
                </a:ext>
              </a:extLst>
            </p:cNvPr>
            <p:cNvSpPr/>
            <p:nvPr/>
          </p:nvSpPr>
          <p:spPr>
            <a:xfrm>
              <a:off x="9280105" y="4312706"/>
              <a:ext cx="362309" cy="361971"/>
            </a:xfrm>
            <a:custGeom>
              <a:avLst/>
              <a:gdLst>
                <a:gd name="connsiteX0" fmla="*/ 180835 w 362309"/>
                <a:gd name="connsiteY0" fmla="*/ 0 h 361971"/>
                <a:gd name="connsiteX1" fmla="*/ 0 w 362309"/>
                <a:gd name="connsiteY1" fmla="*/ 181305 h 361971"/>
                <a:gd name="connsiteX2" fmla="*/ 181474 w 362309"/>
                <a:gd name="connsiteY2" fmla="*/ 361972 h 361971"/>
                <a:gd name="connsiteX3" fmla="*/ 362309 w 362309"/>
                <a:gd name="connsiteY3" fmla="*/ 180667 h 361971"/>
                <a:gd name="connsiteX4" fmla="*/ 180835 w 362309"/>
                <a:gd name="connsiteY4" fmla="*/ 0 h 361971"/>
                <a:gd name="connsiteX5" fmla="*/ 180835 w 362309"/>
                <a:gd name="connsiteY5" fmla="*/ 0 h 361971"/>
                <a:gd name="connsiteX6" fmla="*/ 208951 w 362309"/>
                <a:gd name="connsiteY6" fmla="*/ 283449 h 361971"/>
                <a:gd name="connsiteX7" fmla="*/ 202561 w 362309"/>
                <a:gd name="connsiteY7" fmla="*/ 289833 h 361971"/>
                <a:gd name="connsiteX8" fmla="*/ 100322 w 362309"/>
                <a:gd name="connsiteY8" fmla="*/ 289833 h 361971"/>
                <a:gd name="connsiteX9" fmla="*/ 93932 w 362309"/>
                <a:gd name="connsiteY9" fmla="*/ 283449 h 361971"/>
                <a:gd name="connsiteX10" fmla="*/ 93932 w 362309"/>
                <a:gd name="connsiteY10" fmla="*/ 136617 h 361971"/>
                <a:gd name="connsiteX11" fmla="*/ 100322 w 362309"/>
                <a:gd name="connsiteY11" fmla="*/ 130233 h 361971"/>
                <a:gd name="connsiteX12" fmla="*/ 203200 w 362309"/>
                <a:gd name="connsiteY12" fmla="*/ 130233 h 361971"/>
                <a:gd name="connsiteX13" fmla="*/ 209589 w 362309"/>
                <a:gd name="connsiteY13" fmla="*/ 136617 h 361971"/>
                <a:gd name="connsiteX14" fmla="*/ 208951 w 362309"/>
                <a:gd name="connsiteY14" fmla="*/ 283449 h 361971"/>
                <a:gd name="connsiteX15" fmla="*/ 238344 w 362309"/>
                <a:gd name="connsiteY15" fmla="*/ 254082 h 361971"/>
                <a:gd name="connsiteX16" fmla="*/ 231954 w 362309"/>
                <a:gd name="connsiteY16" fmla="*/ 260466 h 361971"/>
                <a:gd name="connsiteX17" fmla="*/ 225564 w 362309"/>
                <a:gd name="connsiteY17" fmla="*/ 254082 h 361971"/>
                <a:gd name="connsiteX18" fmla="*/ 225564 w 362309"/>
                <a:gd name="connsiteY18" fmla="*/ 113635 h 361971"/>
                <a:gd name="connsiteX19" fmla="*/ 129076 w 362309"/>
                <a:gd name="connsiteY19" fmla="*/ 113635 h 361971"/>
                <a:gd name="connsiteX20" fmla="*/ 122686 w 362309"/>
                <a:gd name="connsiteY20" fmla="*/ 107251 h 361971"/>
                <a:gd name="connsiteX21" fmla="*/ 129076 w 362309"/>
                <a:gd name="connsiteY21" fmla="*/ 100867 h 361971"/>
                <a:gd name="connsiteX22" fmla="*/ 231954 w 362309"/>
                <a:gd name="connsiteY22" fmla="*/ 100867 h 361971"/>
                <a:gd name="connsiteX23" fmla="*/ 238344 w 362309"/>
                <a:gd name="connsiteY23" fmla="*/ 107251 h 361971"/>
                <a:gd name="connsiteX24" fmla="*/ 238344 w 362309"/>
                <a:gd name="connsiteY24" fmla="*/ 254082 h 361971"/>
                <a:gd name="connsiteX25" fmla="*/ 267738 w 362309"/>
                <a:gd name="connsiteY25" fmla="*/ 224716 h 361971"/>
                <a:gd name="connsiteX26" fmla="*/ 261348 w 362309"/>
                <a:gd name="connsiteY26" fmla="*/ 231100 h 361971"/>
                <a:gd name="connsiteX27" fmla="*/ 254958 w 362309"/>
                <a:gd name="connsiteY27" fmla="*/ 224716 h 361971"/>
                <a:gd name="connsiteX28" fmla="*/ 254958 w 362309"/>
                <a:gd name="connsiteY28" fmla="*/ 84269 h 361971"/>
                <a:gd name="connsiteX29" fmla="*/ 158470 w 362309"/>
                <a:gd name="connsiteY29" fmla="*/ 84269 h 361971"/>
                <a:gd name="connsiteX30" fmla="*/ 152080 w 362309"/>
                <a:gd name="connsiteY30" fmla="*/ 77885 h 361971"/>
                <a:gd name="connsiteX31" fmla="*/ 158470 w 362309"/>
                <a:gd name="connsiteY31" fmla="*/ 71501 h 361971"/>
                <a:gd name="connsiteX32" fmla="*/ 261348 w 362309"/>
                <a:gd name="connsiteY32" fmla="*/ 71501 h 361971"/>
                <a:gd name="connsiteX33" fmla="*/ 267738 w 362309"/>
                <a:gd name="connsiteY33" fmla="*/ 77885 h 361971"/>
                <a:gd name="connsiteX34" fmla="*/ 267738 w 362309"/>
                <a:gd name="connsiteY34" fmla="*/ 224716 h 361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09" h="361971">
                  <a:moveTo>
                    <a:pt x="180835" y="0"/>
                  </a:moveTo>
                  <a:cubicBezTo>
                    <a:pt x="80513" y="0"/>
                    <a:pt x="0" y="81077"/>
                    <a:pt x="0" y="181305"/>
                  </a:cubicBezTo>
                  <a:cubicBezTo>
                    <a:pt x="0" y="281534"/>
                    <a:pt x="81152" y="361972"/>
                    <a:pt x="181474" y="361972"/>
                  </a:cubicBezTo>
                  <a:cubicBezTo>
                    <a:pt x="281157" y="361972"/>
                    <a:pt x="362309" y="280895"/>
                    <a:pt x="362309" y="180667"/>
                  </a:cubicBezTo>
                  <a:cubicBezTo>
                    <a:pt x="362309" y="81077"/>
                    <a:pt x="281157" y="0"/>
                    <a:pt x="180835" y="0"/>
                  </a:cubicBezTo>
                  <a:cubicBezTo>
                    <a:pt x="180835" y="0"/>
                    <a:pt x="180835" y="0"/>
                    <a:pt x="180835" y="0"/>
                  </a:cubicBezTo>
                  <a:close/>
                  <a:moveTo>
                    <a:pt x="208951" y="283449"/>
                  </a:moveTo>
                  <a:cubicBezTo>
                    <a:pt x="208951" y="287279"/>
                    <a:pt x="206395" y="289833"/>
                    <a:pt x="202561" y="289833"/>
                  </a:cubicBezTo>
                  <a:lnTo>
                    <a:pt x="100322" y="289833"/>
                  </a:lnTo>
                  <a:cubicBezTo>
                    <a:pt x="96488" y="289833"/>
                    <a:pt x="93932" y="287279"/>
                    <a:pt x="93932" y="283449"/>
                  </a:cubicBezTo>
                  <a:lnTo>
                    <a:pt x="93932" y="136617"/>
                  </a:lnTo>
                  <a:cubicBezTo>
                    <a:pt x="93932" y="132787"/>
                    <a:pt x="96488" y="130233"/>
                    <a:pt x="100322" y="130233"/>
                  </a:cubicBezTo>
                  <a:lnTo>
                    <a:pt x="203200" y="130233"/>
                  </a:lnTo>
                  <a:cubicBezTo>
                    <a:pt x="207033" y="130233"/>
                    <a:pt x="209589" y="132787"/>
                    <a:pt x="209589" y="136617"/>
                  </a:cubicBezTo>
                  <a:lnTo>
                    <a:pt x="208951" y="283449"/>
                  </a:lnTo>
                  <a:close/>
                  <a:moveTo>
                    <a:pt x="238344" y="254082"/>
                  </a:moveTo>
                  <a:cubicBezTo>
                    <a:pt x="238344" y="257913"/>
                    <a:pt x="235788" y="260466"/>
                    <a:pt x="231954" y="260466"/>
                  </a:cubicBezTo>
                  <a:cubicBezTo>
                    <a:pt x="228120" y="260466"/>
                    <a:pt x="225564" y="257913"/>
                    <a:pt x="225564" y="254082"/>
                  </a:cubicBezTo>
                  <a:lnTo>
                    <a:pt x="225564" y="113635"/>
                  </a:lnTo>
                  <a:lnTo>
                    <a:pt x="129076" y="113635"/>
                  </a:lnTo>
                  <a:cubicBezTo>
                    <a:pt x="125243" y="113635"/>
                    <a:pt x="122686" y="111081"/>
                    <a:pt x="122686" y="107251"/>
                  </a:cubicBezTo>
                  <a:cubicBezTo>
                    <a:pt x="122686" y="103421"/>
                    <a:pt x="125243" y="100867"/>
                    <a:pt x="129076" y="100867"/>
                  </a:cubicBezTo>
                  <a:lnTo>
                    <a:pt x="231954" y="100867"/>
                  </a:lnTo>
                  <a:cubicBezTo>
                    <a:pt x="235788" y="100867"/>
                    <a:pt x="238344" y="103421"/>
                    <a:pt x="238344" y="107251"/>
                  </a:cubicBezTo>
                  <a:lnTo>
                    <a:pt x="238344" y="254082"/>
                  </a:lnTo>
                  <a:close/>
                  <a:moveTo>
                    <a:pt x="267738" y="224716"/>
                  </a:moveTo>
                  <a:cubicBezTo>
                    <a:pt x="267738" y="228546"/>
                    <a:pt x="265182" y="231100"/>
                    <a:pt x="261348" y="231100"/>
                  </a:cubicBezTo>
                  <a:cubicBezTo>
                    <a:pt x="257514" y="231100"/>
                    <a:pt x="254958" y="228546"/>
                    <a:pt x="254958" y="224716"/>
                  </a:cubicBezTo>
                  <a:lnTo>
                    <a:pt x="254958" y="84269"/>
                  </a:lnTo>
                  <a:lnTo>
                    <a:pt x="158470" y="84269"/>
                  </a:lnTo>
                  <a:cubicBezTo>
                    <a:pt x="154636" y="84269"/>
                    <a:pt x="152080" y="81715"/>
                    <a:pt x="152080" y="77885"/>
                  </a:cubicBezTo>
                  <a:cubicBezTo>
                    <a:pt x="152080" y="74054"/>
                    <a:pt x="154636" y="71501"/>
                    <a:pt x="158470" y="71501"/>
                  </a:cubicBezTo>
                  <a:lnTo>
                    <a:pt x="261348" y="71501"/>
                  </a:lnTo>
                  <a:cubicBezTo>
                    <a:pt x="265182" y="71501"/>
                    <a:pt x="267738" y="74054"/>
                    <a:pt x="267738" y="77885"/>
                  </a:cubicBezTo>
                  <a:lnTo>
                    <a:pt x="267738" y="224716"/>
                  </a:lnTo>
                  <a:close/>
                </a:path>
              </a:pathLst>
            </a:custGeom>
            <a:grpFill/>
            <a:ln w="63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125"/>
            </a:p>
          </p:txBody>
        </p:sp>
      </p:grpSp>
      <p:grpSp>
        <p:nvGrpSpPr>
          <p:cNvPr id="94" name="Graphic 4">
            <a:extLst>
              <a:ext uri="{FF2B5EF4-FFF2-40B4-BE49-F238E27FC236}">
                <a16:creationId xmlns:a16="http://schemas.microsoft.com/office/drawing/2014/main" id="{7593B0D2-E47C-BC10-3E5B-0B4866FF8F03}"/>
              </a:ext>
            </a:extLst>
          </p:cNvPr>
          <p:cNvGrpSpPr/>
          <p:nvPr/>
        </p:nvGrpSpPr>
        <p:grpSpPr>
          <a:xfrm>
            <a:off x="4234920" y="4995148"/>
            <a:ext cx="226445" cy="226232"/>
            <a:chOff x="7191874" y="3824168"/>
            <a:chExt cx="362312" cy="361971"/>
          </a:xfrm>
          <a:solidFill>
            <a:srgbClr val="1A3673"/>
          </a:solidFill>
        </p:grpSpPr>
        <p:sp>
          <p:nvSpPr>
            <p:cNvPr id="95" name="Graphic 4">
              <a:extLst>
                <a:ext uri="{FF2B5EF4-FFF2-40B4-BE49-F238E27FC236}">
                  <a16:creationId xmlns:a16="http://schemas.microsoft.com/office/drawing/2014/main" id="{43079A49-C243-2E5F-04DF-1956A0C1BCB9}"/>
                </a:ext>
              </a:extLst>
            </p:cNvPr>
            <p:cNvSpPr/>
            <p:nvPr/>
          </p:nvSpPr>
          <p:spPr>
            <a:xfrm>
              <a:off x="7316477" y="3956954"/>
              <a:ext cx="113193" cy="88098"/>
            </a:xfrm>
            <a:custGeom>
              <a:avLst/>
              <a:gdLst>
                <a:gd name="connsiteX0" fmla="*/ 100961 w 113193"/>
                <a:gd name="connsiteY0" fmla="*/ 20429 h 88098"/>
                <a:gd name="connsiteX1" fmla="*/ 87542 w 113193"/>
                <a:gd name="connsiteY1" fmla="*/ 17237 h 88098"/>
                <a:gd name="connsiteX2" fmla="*/ 83708 w 113193"/>
                <a:gd name="connsiteY2" fmla="*/ 16598 h 88098"/>
                <a:gd name="connsiteX3" fmla="*/ 82430 w 113193"/>
                <a:gd name="connsiteY3" fmla="*/ 12768 h 88098"/>
                <a:gd name="connsiteX4" fmla="*/ 65177 w 113193"/>
                <a:gd name="connsiteY4" fmla="*/ 0 h 88098"/>
                <a:gd name="connsiteX5" fmla="*/ 48563 w 113193"/>
                <a:gd name="connsiteY5" fmla="*/ 0 h 88098"/>
                <a:gd name="connsiteX6" fmla="*/ 31311 w 113193"/>
                <a:gd name="connsiteY6" fmla="*/ 12768 h 88098"/>
                <a:gd name="connsiteX7" fmla="*/ 30032 w 113193"/>
                <a:gd name="connsiteY7" fmla="*/ 16598 h 88098"/>
                <a:gd name="connsiteX8" fmla="*/ 26199 w 113193"/>
                <a:gd name="connsiteY8" fmla="*/ 17237 h 88098"/>
                <a:gd name="connsiteX9" fmla="*/ 12780 w 113193"/>
                <a:gd name="connsiteY9" fmla="*/ 20429 h 88098"/>
                <a:gd name="connsiteX10" fmla="*/ 0 w 113193"/>
                <a:gd name="connsiteY10" fmla="*/ 39581 h 88098"/>
                <a:gd name="connsiteX11" fmla="*/ 0 w 113193"/>
                <a:gd name="connsiteY11" fmla="*/ 68947 h 88098"/>
                <a:gd name="connsiteX12" fmla="*/ 19170 w 113193"/>
                <a:gd name="connsiteY12" fmla="*/ 88099 h 88098"/>
                <a:gd name="connsiteX13" fmla="*/ 93932 w 113193"/>
                <a:gd name="connsiteY13" fmla="*/ 88099 h 88098"/>
                <a:gd name="connsiteX14" fmla="*/ 113102 w 113193"/>
                <a:gd name="connsiteY14" fmla="*/ 68947 h 88098"/>
                <a:gd name="connsiteX15" fmla="*/ 113102 w 113193"/>
                <a:gd name="connsiteY15" fmla="*/ 39581 h 88098"/>
                <a:gd name="connsiteX16" fmla="*/ 100961 w 113193"/>
                <a:gd name="connsiteY16" fmla="*/ 20429 h 88098"/>
                <a:gd name="connsiteX17" fmla="*/ 56871 w 113193"/>
                <a:gd name="connsiteY17" fmla="*/ 75331 h 88098"/>
                <a:gd name="connsiteX18" fmla="*/ 29394 w 113193"/>
                <a:gd name="connsiteY18" fmla="*/ 47880 h 88098"/>
                <a:gd name="connsiteX19" fmla="*/ 56871 w 113193"/>
                <a:gd name="connsiteY19" fmla="*/ 20429 h 88098"/>
                <a:gd name="connsiteX20" fmla="*/ 84347 w 113193"/>
                <a:gd name="connsiteY20" fmla="*/ 47880 h 88098"/>
                <a:gd name="connsiteX21" fmla="*/ 56871 w 113193"/>
                <a:gd name="connsiteY21" fmla="*/ 75331 h 88098"/>
                <a:gd name="connsiteX22" fmla="*/ 56871 w 113193"/>
                <a:gd name="connsiteY22" fmla="*/ 75331 h 8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3193" h="88098">
                  <a:moveTo>
                    <a:pt x="100961" y="20429"/>
                  </a:moveTo>
                  <a:cubicBezTo>
                    <a:pt x="96488" y="19152"/>
                    <a:pt x="91376" y="18513"/>
                    <a:pt x="87542" y="17237"/>
                  </a:cubicBezTo>
                  <a:lnTo>
                    <a:pt x="83708" y="16598"/>
                  </a:lnTo>
                  <a:lnTo>
                    <a:pt x="82430" y="12768"/>
                  </a:lnTo>
                  <a:cubicBezTo>
                    <a:pt x="79235" y="1277"/>
                    <a:pt x="77957" y="0"/>
                    <a:pt x="65177" y="0"/>
                  </a:cubicBezTo>
                  <a:lnTo>
                    <a:pt x="48563" y="0"/>
                  </a:lnTo>
                  <a:cubicBezTo>
                    <a:pt x="36422" y="0"/>
                    <a:pt x="34506" y="1277"/>
                    <a:pt x="31311" y="12768"/>
                  </a:cubicBezTo>
                  <a:lnTo>
                    <a:pt x="30032" y="16598"/>
                  </a:lnTo>
                  <a:lnTo>
                    <a:pt x="26199" y="17237"/>
                  </a:lnTo>
                  <a:cubicBezTo>
                    <a:pt x="22365" y="17875"/>
                    <a:pt x="17253" y="19152"/>
                    <a:pt x="12780" y="20429"/>
                  </a:cubicBezTo>
                  <a:cubicBezTo>
                    <a:pt x="3195" y="22982"/>
                    <a:pt x="0" y="27451"/>
                    <a:pt x="0" y="39581"/>
                  </a:cubicBezTo>
                  <a:lnTo>
                    <a:pt x="0" y="68947"/>
                  </a:lnTo>
                  <a:cubicBezTo>
                    <a:pt x="0" y="85545"/>
                    <a:pt x="2556" y="88099"/>
                    <a:pt x="19170" y="88099"/>
                  </a:cubicBezTo>
                  <a:lnTo>
                    <a:pt x="93932" y="88099"/>
                  </a:lnTo>
                  <a:cubicBezTo>
                    <a:pt x="110546" y="88099"/>
                    <a:pt x="113102" y="85545"/>
                    <a:pt x="113102" y="68947"/>
                  </a:cubicBezTo>
                  <a:lnTo>
                    <a:pt x="113102" y="39581"/>
                  </a:lnTo>
                  <a:cubicBezTo>
                    <a:pt x="113741" y="27451"/>
                    <a:pt x="111185" y="22982"/>
                    <a:pt x="100961" y="20429"/>
                  </a:cubicBezTo>
                  <a:close/>
                  <a:moveTo>
                    <a:pt x="56871" y="75331"/>
                  </a:moveTo>
                  <a:cubicBezTo>
                    <a:pt x="41535" y="75331"/>
                    <a:pt x="29394" y="63201"/>
                    <a:pt x="29394" y="47880"/>
                  </a:cubicBezTo>
                  <a:cubicBezTo>
                    <a:pt x="29394" y="32558"/>
                    <a:pt x="41535" y="20429"/>
                    <a:pt x="56871" y="20429"/>
                  </a:cubicBezTo>
                  <a:cubicBezTo>
                    <a:pt x="72207" y="20429"/>
                    <a:pt x="84347" y="32558"/>
                    <a:pt x="84347" y="47880"/>
                  </a:cubicBezTo>
                  <a:cubicBezTo>
                    <a:pt x="84347" y="63201"/>
                    <a:pt x="72207" y="75331"/>
                    <a:pt x="56871" y="75331"/>
                  </a:cubicBezTo>
                  <a:lnTo>
                    <a:pt x="56871" y="75331"/>
                  </a:lnTo>
                  <a:close/>
                </a:path>
              </a:pathLst>
            </a:custGeom>
            <a:grpFill/>
            <a:ln w="63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125"/>
            </a:p>
          </p:txBody>
        </p:sp>
        <p:sp>
          <p:nvSpPr>
            <p:cNvPr id="97" name="Graphic 4">
              <a:extLst>
                <a:ext uri="{FF2B5EF4-FFF2-40B4-BE49-F238E27FC236}">
                  <a16:creationId xmlns:a16="http://schemas.microsoft.com/office/drawing/2014/main" id="{3F832D02-7B13-9C23-AD8E-03E37110F831}"/>
                </a:ext>
              </a:extLst>
            </p:cNvPr>
            <p:cNvSpPr/>
            <p:nvPr/>
          </p:nvSpPr>
          <p:spPr>
            <a:xfrm>
              <a:off x="7358651" y="3990789"/>
              <a:ext cx="29393" cy="29366"/>
            </a:xfrm>
            <a:custGeom>
              <a:avLst/>
              <a:gdLst>
                <a:gd name="connsiteX0" fmla="*/ 14697 w 29393"/>
                <a:gd name="connsiteY0" fmla="*/ 0 h 29366"/>
                <a:gd name="connsiteX1" fmla="*/ 0 w 29393"/>
                <a:gd name="connsiteY1" fmla="*/ 14683 h 29366"/>
                <a:gd name="connsiteX2" fmla="*/ 14697 w 29393"/>
                <a:gd name="connsiteY2" fmla="*/ 29366 h 29366"/>
                <a:gd name="connsiteX3" fmla="*/ 29394 w 29393"/>
                <a:gd name="connsiteY3" fmla="*/ 14683 h 29366"/>
                <a:gd name="connsiteX4" fmla="*/ 14697 w 29393"/>
                <a:gd name="connsiteY4" fmla="*/ 0 h 29366"/>
                <a:gd name="connsiteX5" fmla="*/ 14697 w 29393"/>
                <a:gd name="connsiteY5" fmla="*/ 0 h 29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393" h="29366">
                  <a:moveTo>
                    <a:pt x="14697" y="0"/>
                  </a:moveTo>
                  <a:cubicBezTo>
                    <a:pt x="6390" y="0"/>
                    <a:pt x="0" y="6384"/>
                    <a:pt x="0" y="14683"/>
                  </a:cubicBezTo>
                  <a:cubicBezTo>
                    <a:pt x="0" y="22982"/>
                    <a:pt x="6390" y="29366"/>
                    <a:pt x="14697" y="29366"/>
                  </a:cubicBezTo>
                  <a:cubicBezTo>
                    <a:pt x="23004" y="29366"/>
                    <a:pt x="29394" y="22982"/>
                    <a:pt x="29394" y="14683"/>
                  </a:cubicBezTo>
                  <a:cubicBezTo>
                    <a:pt x="29394" y="6384"/>
                    <a:pt x="23004" y="0"/>
                    <a:pt x="14697" y="0"/>
                  </a:cubicBezTo>
                  <a:lnTo>
                    <a:pt x="14697" y="0"/>
                  </a:lnTo>
                  <a:close/>
                </a:path>
              </a:pathLst>
            </a:custGeom>
            <a:grpFill/>
            <a:ln w="63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125"/>
            </a:p>
          </p:txBody>
        </p:sp>
        <p:sp>
          <p:nvSpPr>
            <p:cNvPr id="98" name="Graphic 4">
              <a:extLst>
                <a:ext uri="{FF2B5EF4-FFF2-40B4-BE49-F238E27FC236}">
                  <a16:creationId xmlns:a16="http://schemas.microsoft.com/office/drawing/2014/main" id="{62E1921C-6266-D8F9-D506-5A96F46B069D}"/>
                </a:ext>
              </a:extLst>
            </p:cNvPr>
            <p:cNvSpPr/>
            <p:nvPr/>
          </p:nvSpPr>
          <p:spPr>
            <a:xfrm>
              <a:off x="7191874" y="3824168"/>
              <a:ext cx="362312" cy="361971"/>
            </a:xfrm>
            <a:custGeom>
              <a:avLst/>
              <a:gdLst>
                <a:gd name="connsiteX0" fmla="*/ 181474 w 362312"/>
                <a:gd name="connsiteY0" fmla="*/ 0 h 361971"/>
                <a:gd name="connsiteX1" fmla="*/ 0 w 362312"/>
                <a:gd name="connsiteY1" fmla="*/ 180667 h 361971"/>
                <a:gd name="connsiteX2" fmla="*/ 180836 w 362312"/>
                <a:gd name="connsiteY2" fmla="*/ 361971 h 361971"/>
                <a:gd name="connsiteX3" fmla="*/ 362309 w 362312"/>
                <a:gd name="connsiteY3" fmla="*/ 181305 h 361971"/>
                <a:gd name="connsiteX4" fmla="*/ 362309 w 362312"/>
                <a:gd name="connsiteY4" fmla="*/ 181305 h 361971"/>
                <a:gd name="connsiteX5" fmla="*/ 181474 w 362312"/>
                <a:gd name="connsiteY5" fmla="*/ 0 h 361971"/>
                <a:gd name="connsiteX6" fmla="*/ 91376 w 362312"/>
                <a:gd name="connsiteY6" fmla="*/ 125126 h 361971"/>
                <a:gd name="connsiteX7" fmla="*/ 125881 w 362312"/>
                <a:gd name="connsiteY7" fmla="*/ 90652 h 361971"/>
                <a:gd name="connsiteX8" fmla="*/ 135466 w 362312"/>
                <a:gd name="connsiteY8" fmla="*/ 90652 h 361971"/>
                <a:gd name="connsiteX9" fmla="*/ 141856 w 362312"/>
                <a:gd name="connsiteY9" fmla="*/ 97036 h 361971"/>
                <a:gd name="connsiteX10" fmla="*/ 135466 w 362312"/>
                <a:gd name="connsiteY10" fmla="*/ 103420 h 361971"/>
                <a:gd name="connsiteX11" fmla="*/ 125881 w 362312"/>
                <a:gd name="connsiteY11" fmla="*/ 103420 h 361971"/>
                <a:gd name="connsiteX12" fmla="*/ 104156 w 362312"/>
                <a:gd name="connsiteY12" fmla="*/ 125126 h 361971"/>
                <a:gd name="connsiteX13" fmla="*/ 104156 w 362312"/>
                <a:gd name="connsiteY13" fmla="*/ 134702 h 361971"/>
                <a:gd name="connsiteX14" fmla="*/ 97766 w 362312"/>
                <a:gd name="connsiteY14" fmla="*/ 141086 h 361971"/>
                <a:gd name="connsiteX15" fmla="*/ 91376 w 362312"/>
                <a:gd name="connsiteY15" fmla="*/ 134702 h 361971"/>
                <a:gd name="connsiteX16" fmla="*/ 91376 w 362312"/>
                <a:gd name="connsiteY16" fmla="*/ 125126 h 361971"/>
                <a:gd name="connsiteX17" fmla="*/ 135466 w 362312"/>
                <a:gd name="connsiteY17" fmla="*/ 271319 h 361971"/>
                <a:gd name="connsiteX18" fmla="*/ 125881 w 362312"/>
                <a:gd name="connsiteY18" fmla="*/ 271319 h 361971"/>
                <a:gd name="connsiteX19" fmla="*/ 91376 w 362312"/>
                <a:gd name="connsiteY19" fmla="*/ 236846 h 361971"/>
                <a:gd name="connsiteX20" fmla="*/ 91376 w 362312"/>
                <a:gd name="connsiteY20" fmla="*/ 227270 h 361971"/>
                <a:gd name="connsiteX21" fmla="*/ 97766 w 362312"/>
                <a:gd name="connsiteY21" fmla="*/ 220886 h 361971"/>
                <a:gd name="connsiteX22" fmla="*/ 104156 w 362312"/>
                <a:gd name="connsiteY22" fmla="*/ 227270 h 361971"/>
                <a:gd name="connsiteX23" fmla="*/ 104156 w 362312"/>
                <a:gd name="connsiteY23" fmla="*/ 236846 h 361971"/>
                <a:gd name="connsiteX24" fmla="*/ 125881 w 362312"/>
                <a:gd name="connsiteY24" fmla="*/ 258551 h 361971"/>
                <a:gd name="connsiteX25" fmla="*/ 135466 w 362312"/>
                <a:gd name="connsiteY25" fmla="*/ 258551 h 361971"/>
                <a:gd name="connsiteX26" fmla="*/ 141856 w 362312"/>
                <a:gd name="connsiteY26" fmla="*/ 264935 h 361971"/>
                <a:gd name="connsiteX27" fmla="*/ 135466 w 362312"/>
                <a:gd name="connsiteY27" fmla="*/ 271319 h 361971"/>
                <a:gd name="connsiteX28" fmla="*/ 135466 w 362312"/>
                <a:gd name="connsiteY28" fmla="*/ 271319 h 361971"/>
                <a:gd name="connsiteX29" fmla="*/ 144412 w 362312"/>
                <a:gd name="connsiteY29" fmla="*/ 233654 h 361971"/>
                <a:gd name="connsiteX30" fmla="*/ 112463 w 362312"/>
                <a:gd name="connsiteY30" fmla="*/ 201734 h 361971"/>
                <a:gd name="connsiteX31" fmla="*/ 112463 w 362312"/>
                <a:gd name="connsiteY31" fmla="*/ 172368 h 361971"/>
                <a:gd name="connsiteX32" fmla="*/ 134189 w 362312"/>
                <a:gd name="connsiteY32" fmla="*/ 140448 h 361971"/>
                <a:gd name="connsiteX33" fmla="*/ 145051 w 362312"/>
                <a:gd name="connsiteY33" fmla="*/ 137894 h 361971"/>
                <a:gd name="connsiteX34" fmla="*/ 173167 w 362312"/>
                <a:gd name="connsiteY34" fmla="*/ 120019 h 361971"/>
                <a:gd name="connsiteX35" fmla="*/ 189781 w 362312"/>
                <a:gd name="connsiteY35" fmla="*/ 120019 h 361971"/>
                <a:gd name="connsiteX36" fmla="*/ 217897 w 362312"/>
                <a:gd name="connsiteY36" fmla="*/ 137894 h 361971"/>
                <a:gd name="connsiteX37" fmla="*/ 228760 w 362312"/>
                <a:gd name="connsiteY37" fmla="*/ 140448 h 361971"/>
                <a:gd name="connsiteX38" fmla="*/ 228760 w 362312"/>
                <a:gd name="connsiteY38" fmla="*/ 140448 h 361971"/>
                <a:gd name="connsiteX39" fmla="*/ 250485 w 362312"/>
                <a:gd name="connsiteY39" fmla="*/ 172368 h 361971"/>
                <a:gd name="connsiteX40" fmla="*/ 250485 w 362312"/>
                <a:gd name="connsiteY40" fmla="*/ 201734 h 361971"/>
                <a:gd name="connsiteX41" fmla="*/ 218536 w 362312"/>
                <a:gd name="connsiteY41" fmla="*/ 233654 h 361971"/>
                <a:gd name="connsiteX42" fmla="*/ 144412 w 362312"/>
                <a:gd name="connsiteY42" fmla="*/ 233654 h 361971"/>
                <a:gd name="connsiteX43" fmla="*/ 272211 w 362312"/>
                <a:gd name="connsiteY43" fmla="*/ 236846 h 361971"/>
                <a:gd name="connsiteX44" fmla="*/ 237705 w 362312"/>
                <a:gd name="connsiteY44" fmla="*/ 271319 h 361971"/>
                <a:gd name="connsiteX45" fmla="*/ 228120 w 362312"/>
                <a:gd name="connsiteY45" fmla="*/ 271319 h 361971"/>
                <a:gd name="connsiteX46" fmla="*/ 221731 w 362312"/>
                <a:gd name="connsiteY46" fmla="*/ 264935 h 361971"/>
                <a:gd name="connsiteX47" fmla="*/ 228120 w 362312"/>
                <a:gd name="connsiteY47" fmla="*/ 258551 h 361971"/>
                <a:gd name="connsiteX48" fmla="*/ 237705 w 362312"/>
                <a:gd name="connsiteY48" fmla="*/ 258551 h 361971"/>
                <a:gd name="connsiteX49" fmla="*/ 259431 w 362312"/>
                <a:gd name="connsiteY49" fmla="*/ 236846 h 361971"/>
                <a:gd name="connsiteX50" fmla="*/ 259431 w 362312"/>
                <a:gd name="connsiteY50" fmla="*/ 227270 h 361971"/>
                <a:gd name="connsiteX51" fmla="*/ 265821 w 362312"/>
                <a:gd name="connsiteY51" fmla="*/ 220886 h 361971"/>
                <a:gd name="connsiteX52" fmla="*/ 272211 w 362312"/>
                <a:gd name="connsiteY52" fmla="*/ 227270 h 361971"/>
                <a:gd name="connsiteX53" fmla="*/ 272211 w 362312"/>
                <a:gd name="connsiteY53" fmla="*/ 236846 h 361971"/>
                <a:gd name="connsiteX54" fmla="*/ 272211 w 362312"/>
                <a:gd name="connsiteY54" fmla="*/ 134702 h 361971"/>
                <a:gd name="connsiteX55" fmla="*/ 265821 w 362312"/>
                <a:gd name="connsiteY55" fmla="*/ 141086 h 361971"/>
                <a:gd name="connsiteX56" fmla="*/ 259431 w 362312"/>
                <a:gd name="connsiteY56" fmla="*/ 134702 h 361971"/>
                <a:gd name="connsiteX57" fmla="*/ 259431 w 362312"/>
                <a:gd name="connsiteY57" fmla="*/ 125126 h 361971"/>
                <a:gd name="connsiteX58" fmla="*/ 237705 w 362312"/>
                <a:gd name="connsiteY58" fmla="*/ 103420 h 361971"/>
                <a:gd name="connsiteX59" fmla="*/ 228120 w 362312"/>
                <a:gd name="connsiteY59" fmla="*/ 103420 h 361971"/>
                <a:gd name="connsiteX60" fmla="*/ 221731 w 362312"/>
                <a:gd name="connsiteY60" fmla="*/ 97036 h 361971"/>
                <a:gd name="connsiteX61" fmla="*/ 228120 w 362312"/>
                <a:gd name="connsiteY61" fmla="*/ 90652 h 361971"/>
                <a:gd name="connsiteX62" fmla="*/ 237705 w 362312"/>
                <a:gd name="connsiteY62" fmla="*/ 90652 h 361971"/>
                <a:gd name="connsiteX63" fmla="*/ 272211 w 362312"/>
                <a:gd name="connsiteY63" fmla="*/ 125126 h 361971"/>
                <a:gd name="connsiteX64" fmla="*/ 272211 w 362312"/>
                <a:gd name="connsiteY64" fmla="*/ 134702 h 361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362312" h="361971">
                  <a:moveTo>
                    <a:pt x="181474" y="0"/>
                  </a:moveTo>
                  <a:cubicBezTo>
                    <a:pt x="81152" y="0"/>
                    <a:pt x="0" y="81076"/>
                    <a:pt x="0" y="180667"/>
                  </a:cubicBezTo>
                  <a:cubicBezTo>
                    <a:pt x="0" y="280895"/>
                    <a:pt x="81152" y="361971"/>
                    <a:pt x="180836" y="361971"/>
                  </a:cubicBezTo>
                  <a:cubicBezTo>
                    <a:pt x="281157" y="361971"/>
                    <a:pt x="362309" y="280895"/>
                    <a:pt x="362309" y="181305"/>
                  </a:cubicBezTo>
                  <a:cubicBezTo>
                    <a:pt x="362309" y="181305"/>
                    <a:pt x="362309" y="181305"/>
                    <a:pt x="362309" y="181305"/>
                  </a:cubicBezTo>
                  <a:cubicBezTo>
                    <a:pt x="362949" y="81076"/>
                    <a:pt x="281796" y="0"/>
                    <a:pt x="181474" y="0"/>
                  </a:cubicBezTo>
                  <a:close/>
                  <a:moveTo>
                    <a:pt x="91376" y="125126"/>
                  </a:moveTo>
                  <a:cubicBezTo>
                    <a:pt x="91376" y="101505"/>
                    <a:pt x="102239" y="90652"/>
                    <a:pt x="125881" y="90652"/>
                  </a:cubicBezTo>
                  <a:lnTo>
                    <a:pt x="135466" y="90652"/>
                  </a:lnTo>
                  <a:cubicBezTo>
                    <a:pt x="139301" y="90652"/>
                    <a:pt x="141856" y="93206"/>
                    <a:pt x="141856" y="97036"/>
                  </a:cubicBezTo>
                  <a:cubicBezTo>
                    <a:pt x="141856" y="100867"/>
                    <a:pt x="139301" y="103420"/>
                    <a:pt x="135466" y="103420"/>
                  </a:cubicBezTo>
                  <a:lnTo>
                    <a:pt x="125881" y="103420"/>
                  </a:lnTo>
                  <a:cubicBezTo>
                    <a:pt x="109268" y="103420"/>
                    <a:pt x="104156" y="108528"/>
                    <a:pt x="104156" y="125126"/>
                  </a:cubicBezTo>
                  <a:lnTo>
                    <a:pt x="104156" y="134702"/>
                  </a:lnTo>
                  <a:cubicBezTo>
                    <a:pt x="104156" y="138532"/>
                    <a:pt x="101600" y="141086"/>
                    <a:pt x="97766" y="141086"/>
                  </a:cubicBezTo>
                  <a:cubicBezTo>
                    <a:pt x="93932" y="141086"/>
                    <a:pt x="91376" y="138532"/>
                    <a:pt x="91376" y="134702"/>
                  </a:cubicBezTo>
                  <a:lnTo>
                    <a:pt x="91376" y="125126"/>
                  </a:lnTo>
                  <a:close/>
                  <a:moveTo>
                    <a:pt x="135466" y="271319"/>
                  </a:moveTo>
                  <a:lnTo>
                    <a:pt x="125881" y="271319"/>
                  </a:lnTo>
                  <a:cubicBezTo>
                    <a:pt x="102239" y="271319"/>
                    <a:pt x="91376" y="260466"/>
                    <a:pt x="91376" y="236846"/>
                  </a:cubicBezTo>
                  <a:lnTo>
                    <a:pt x="91376" y="227270"/>
                  </a:lnTo>
                  <a:cubicBezTo>
                    <a:pt x="91376" y="223439"/>
                    <a:pt x="93932" y="220886"/>
                    <a:pt x="97766" y="220886"/>
                  </a:cubicBezTo>
                  <a:cubicBezTo>
                    <a:pt x="101600" y="220886"/>
                    <a:pt x="104156" y="223439"/>
                    <a:pt x="104156" y="227270"/>
                  </a:cubicBezTo>
                  <a:lnTo>
                    <a:pt x="104156" y="236846"/>
                  </a:lnTo>
                  <a:cubicBezTo>
                    <a:pt x="104156" y="253444"/>
                    <a:pt x="109268" y="258551"/>
                    <a:pt x="125881" y="258551"/>
                  </a:cubicBezTo>
                  <a:lnTo>
                    <a:pt x="135466" y="258551"/>
                  </a:lnTo>
                  <a:cubicBezTo>
                    <a:pt x="139301" y="258551"/>
                    <a:pt x="141856" y="261105"/>
                    <a:pt x="141856" y="264935"/>
                  </a:cubicBezTo>
                  <a:cubicBezTo>
                    <a:pt x="141856" y="268766"/>
                    <a:pt x="138661" y="271319"/>
                    <a:pt x="135466" y="271319"/>
                  </a:cubicBezTo>
                  <a:lnTo>
                    <a:pt x="135466" y="271319"/>
                  </a:lnTo>
                  <a:close/>
                  <a:moveTo>
                    <a:pt x="144412" y="233654"/>
                  </a:moveTo>
                  <a:cubicBezTo>
                    <a:pt x="120770" y="233654"/>
                    <a:pt x="112463" y="225355"/>
                    <a:pt x="112463" y="201734"/>
                  </a:cubicBezTo>
                  <a:lnTo>
                    <a:pt x="112463" y="172368"/>
                  </a:lnTo>
                  <a:cubicBezTo>
                    <a:pt x="112463" y="158961"/>
                    <a:pt x="115019" y="146193"/>
                    <a:pt x="134189" y="140448"/>
                  </a:cubicBezTo>
                  <a:cubicBezTo>
                    <a:pt x="138022" y="139171"/>
                    <a:pt x="141856" y="138532"/>
                    <a:pt x="145051" y="137894"/>
                  </a:cubicBezTo>
                  <a:cubicBezTo>
                    <a:pt x="149525" y="123849"/>
                    <a:pt x="156553" y="120019"/>
                    <a:pt x="173167" y="120019"/>
                  </a:cubicBezTo>
                  <a:lnTo>
                    <a:pt x="189781" y="120019"/>
                  </a:lnTo>
                  <a:cubicBezTo>
                    <a:pt x="206395" y="120019"/>
                    <a:pt x="213424" y="124488"/>
                    <a:pt x="217897" y="137894"/>
                  </a:cubicBezTo>
                  <a:cubicBezTo>
                    <a:pt x="221092" y="138532"/>
                    <a:pt x="224925" y="139171"/>
                    <a:pt x="228760" y="140448"/>
                  </a:cubicBezTo>
                  <a:lnTo>
                    <a:pt x="228760" y="140448"/>
                  </a:lnTo>
                  <a:cubicBezTo>
                    <a:pt x="247930" y="146193"/>
                    <a:pt x="250485" y="158961"/>
                    <a:pt x="250485" y="172368"/>
                  </a:cubicBezTo>
                  <a:lnTo>
                    <a:pt x="250485" y="201734"/>
                  </a:lnTo>
                  <a:cubicBezTo>
                    <a:pt x="250485" y="225355"/>
                    <a:pt x="242179" y="233654"/>
                    <a:pt x="218536" y="233654"/>
                  </a:cubicBezTo>
                  <a:lnTo>
                    <a:pt x="144412" y="233654"/>
                  </a:lnTo>
                  <a:close/>
                  <a:moveTo>
                    <a:pt x="272211" y="236846"/>
                  </a:moveTo>
                  <a:cubicBezTo>
                    <a:pt x="272211" y="260466"/>
                    <a:pt x="261349" y="271319"/>
                    <a:pt x="237705" y="271319"/>
                  </a:cubicBezTo>
                  <a:lnTo>
                    <a:pt x="228120" y="271319"/>
                  </a:lnTo>
                  <a:cubicBezTo>
                    <a:pt x="224287" y="271319"/>
                    <a:pt x="221731" y="268766"/>
                    <a:pt x="221731" y="264935"/>
                  </a:cubicBezTo>
                  <a:cubicBezTo>
                    <a:pt x="221731" y="261105"/>
                    <a:pt x="224287" y="258551"/>
                    <a:pt x="228120" y="258551"/>
                  </a:cubicBezTo>
                  <a:lnTo>
                    <a:pt x="237705" y="258551"/>
                  </a:lnTo>
                  <a:cubicBezTo>
                    <a:pt x="254320" y="258551"/>
                    <a:pt x="259431" y="253444"/>
                    <a:pt x="259431" y="236846"/>
                  </a:cubicBezTo>
                  <a:lnTo>
                    <a:pt x="259431" y="227270"/>
                  </a:lnTo>
                  <a:cubicBezTo>
                    <a:pt x="259431" y="223439"/>
                    <a:pt x="261987" y="220886"/>
                    <a:pt x="265821" y="220886"/>
                  </a:cubicBezTo>
                  <a:cubicBezTo>
                    <a:pt x="269655" y="220886"/>
                    <a:pt x="272211" y="223439"/>
                    <a:pt x="272211" y="227270"/>
                  </a:cubicBezTo>
                  <a:lnTo>
                    <a:pt x="272211" y="236846"/>
                  </a:lnTo>
                  <a:close/>
                  <a:moveTo>
                    <a:pt x="272211" y="134702"/>
                  </a:moveTo>
                  <a:cubicBezTo>
                    <a:pt x="272211" y="138532"/>
                    <a:pt x="269655" y="141086"/>
                    <a:pt x="265821" y="141086"/>
                  </a:cubicBezTo>
                  <a:cubicBezTo>
                    <a:pt x="261987" y="141086"/>
                    <a:pt x="259431" y="138532"/>
                    <a:pt x="259431" y="134702"/>
                  </a:cubicBezTo>
                  <a:lnTo>
                    <a:pt x="259431" y="125126"/>
                  </a:lnTo>
                  <a:cubicBezTo>
                    <a:pt x="259431" y="108528"/>
                    <a:pt x="254320" y="103420"/>
                    <a:pt x="237705" y="103420"/>
                  </a:cubicBezTo>
                  <a:lnTo>
                    <a:pt x="228120" y="103420"/>
                  </a:lnTo>
                  <a:cubicBezTo>
                    <a:pt x="224287" y="103420"/>
                    <a:pt x="221731" y="100867"/>
                    <a:pt x="221731" y="97036"/>
                  </a:cubicBezTo>
                  <a:cubicBezTo>
                    <a:pt x="221731" y="93206"/>
                    <a:pt x="224287" y="90652"/>
                    <a:pt x="228120" y="90652"/>
                  </a:cubicBezTo>
                  <a:lnTo>
                    <a:pt x="237705" y="90652"/>
                  </a:lnTo>
                  <a:cubicBezTo>
                    <a:pt x="261349" y="90652"/>
                    <a:pt x="272211" y="101505"/>
                    <a:pt x="272211" y="125126"/>
                  </a:cubicBezTo>
                  <a:lnTo>
                    <a:pt x="272211" y="134702"/>
                  </a:lnTo>
                  <a:close/>
                </a:path>
              </a:pathLst>
            </a:custGeom>
            <a:grpFill/>
            <a:ln w="63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125"/>
            </a:p>
          </p:txBody>
        </p:sp>
      </p:grp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BDB54A9-06E8-8EA0-0298-2AD93F2C8D0A}"/>
              </a:ext>
            </a:extLst>
          </p:cNvPr>
          <p:cNvCxnSpPr>
            <a:cxnSpLocks/>
            <a:stCxn id="120" idx="2"/>
          </p:cNvCxnSpPr>
          <p:nvPr/>
        </p:nvCxnSpPr>
        <p:spPr>
          <a:xfrm>
            <a:off x="10251674" y="3261995"/>
            <a:ext cx="0" cy="77349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" name="Picture 101">
            <a:extLst>
              <a:ext uri="{FF2B5EF4-FFF2-40B4-BE49-F238E27FC236}">
                <a16:creationId xmlns:a16="http://schemas.microsoft.com/office/drawing/2014/main" id="{33A40960-36B6-DBE4-0349-C3AEA6C69A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6170" y="4137540"/>
            <a:ext cx="3799617" cy="1401650"/>
          </a:xfrm>
          <a:prstGeom prst="rect">
            <a:avLst/>
          </a:prstGeom>
        </p:spPr>
      </p:pic>
      <p:cxnSp>
        <p:nvCxnSpPr>
          <p:cNvPr id="9" name="Connector: Elbow 25">
            <a:extLst>
              <a:ext uri="{FF2B5EF4-FFF2-40B4-BE49-F238E27FC236}">
                <a16:creationId xmlns:a16="http://schemas.microsoft.com/office/drawing/2014/main" id="{1B282BE9-2454-F979-4C8F-9D75BFFE50F2}"/>
              </a:ext>
            </a:extLst>
          </p:cNvPr>
          <p:cNvCxnSpPr>
            <a:cxnSpLocks/>
            <a:stCxn id="125" idx="3"/>
            <a:endCxn id="27" idx="3"/>
          </p:cNvCxnSpPr>
          <p:nvPr/>
        </p:nvCxnSpPr>
        <p:spPr>
          <a:xfrm flipH="1">
            <a:off x="11556000" y="2621973"/>
            <a:ext cx="5272" cy="2080781"/>
          </a:xfrm>
          <a:prstGeom prst="bentConnector3">
            <a:avLst>
              <a:gd name="adj1" fmla="val -2710136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42AD6C2-6A59-6A65-C10C-A5EEA89C2129}"/>
              </a:ext>
            </a:extLst>
          </p:cNvPr>
          <p:cNvSpPr/>
          <p:nvPr/>
        </p:nvSpPr>
        <p:spPr bwMode="gray">
          <a:xfrm rot="16200000">
            <a:off x="10972490" y="3445375"/>
            <a:ext cx="1690094" cy="370866"/>
          </a:xfrm>
          <a:prstGeom prst="roundRect">
            <a:avLst/>
          </a:prstGeom>
          <a:solidFill>
            <a:schemeClr val="accent3"/>
          </a:solidFill>
          <a:ln w="28575" algn="ctr">
            <a:solidFill>
              <a:schemeClr val="bg1"/>
            </a:solidFill>
            <a:miter lim="800000"/>
            <a:headEnd/>
            <a:tailEnd/>
          </a:ln>
        </p:spPr>
        <p:txBody>
          <a:bodyPr rot="0" spcFirstLastPara="0" vertOverflow="overflow" horzOverflow="overflow" vert="horz" wrap="square" lIns="247500" tIns="88900" rIns="88900" bIns="889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6000"/>
              </a:lnSpc>
              <a:defRPr/>
            </a:pPr>
            <a:r>
              <a:rPr lang="en-US" sz="1000" i="1">
                <a:solidFill>
                  <a:schemeClr val="tx2"/>
                </a:solidFill>
                <a:cs typeface="Calibri" panose="020F0502020204030204" pitchFamily="34" charset="0"/>
              </a:rPr>
              <a:t>Processed data sync from Snowflake to Teradata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9CE931BD-A2C4-A643-BB3C-6FB869803103}"/>
              </a:ext>
            </a:extLst>
          </p:cNvPr>
          <p:cNvSpPr txBox="1"/>
          <p:nvPr/>
        </p:nvSpPr>
        <p:spPr>
          <a:xfrm>
            <a:off x="360305" y="2741158"/>
            <a:ext cx="1021346" cy="26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6000"/>
              </a:lnSpc>
              <a:defRPr/>
            </a:pPr>
            <a:r>
              <a:rPr lang="en-US" sz="1125" b="1">
                <a:solidFill>
                  <a:prstClr val="white"/>
                </a:solidFill>
                <a:cs typeface="Calibri" panose="020F0502020204030204" pitchFamily="34" charset="0"/>
              </a:rPr>
              <a:t>Snow-flake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E4CD466-C722-6F2A-D9C2-B0EB67D46933}"/>
              </a:ext>
            </a:extLst>
          </p:cNvPr>
          <p:cNvGrpSpPr/>
          <p:nvPr/>
        </p:nvGrpSpPr>
        <p:grpSpPr>
          <a:xfrm>
            <a:off x="11327375" y="1716792"/>
            <a:ext cx="436408" cy="435941"/>
            <a:chOff x="18123800" y="2746867"/>
            <a:chExt cx="698252" cy="697506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7F7BD2-58AC-62F1-7E09-772FAA699A85}"/>
                </a:ext>
              </a:extLst>
            </p:cNvPr>
            <p:cNvSpPr/>
            <p:nvPr/>
          </p:nvSpPr>
          <p:spPr>
            <a:xfrm>
              <a:off x="18152886" y="2775580"/>
              <a:ext cx="640080" cy="64008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125"/>
            </a:p>
          </p:txBody>
        </p:sp>
        <p:grpSp>
          <p:nvGrpSpPr>
            <p:cNvPr id="49" name="Graphic 4">
              <a:extLst>
                <a:ext uri="{FF2B5EF4-FFF2-40B4-BE49-F238E27FC236}">
                  <a16:creationId xmlns:a16="http://schemas.microsoft.com/office/drawing/2014/main" id="{5185BEAB-4139-7DE2-CD6B-4EC8E24E0E6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8123800" y="2746867"/>
              <a:ext cx="698252" cy="697506"/>
              <a:chOff x="1952125" y="918179"/>
              <a:chExt cx="362313" cy="361971"/>
            </a:xfrm>
            <a:solidFill>
              <a:srgbClr val="1A3673"/>
            </a:solidFill>
          </p:grpSpPr>
          <p:sp>
            <p:nvSpPr>
              <p:cNvPr id="50" name="Graphic 4">
                <a:extLst>
                  <a:ext uri="{FF2B5EF4-FFF2-40B4-BE49-F238E27FC236}">
                    <a16:creationId xmlns:a16="http://schemas.microsoft.com/office/drawing/2014/main" id="{44A06C84-CA24-1F93-764D-A1E430D35814}"/>
                  </a:ext>
                </a:extLst>
              </p:cNvPr>
              <p:cNvSpPr/>
              <p:nvPr/>
            </p:nvSpPr>
            <p:spPr>
              <a:xfrm>
                <a:off x="2106123" y="1179922"/>
                <a:ext cx="5111" cy="5107"/>
              </a:xfrm>
              <a:custGeom>
                <a:avLst/>
                <a:gdLst>
                  <a:gd name="connsiteX0" fmla="*/ 2556 w 5111"/>
                  <a:gd name="connsiteY0" fmla="*/ 5107 h 5107"/>
                  <a:gd name="connsiteX1" fmla="*/ 5112 w 5111"/>
                  <a:gd name="connsiteY1" fmla="*/ 2554 h 5107"/>
                  <a:gd name="connsiteX2" fmla="*/ 2556 w 5111"/>
                  <a:gd name="connsiteY2" fmla="*/ 0 h 5107"/>
                  <a:gd name="connsiteX3" fmla="*/ 0 w 5111"/>
                  <a:gd name="connsiteY3" fmla="*/ 2554 h 5107"/>
                  <a:gd name="connsiteX4" fmla="*/ 2556 w 5111"/>
                  <a:gd name="connsiteY4" fmla="*/ 5107 h 5107"/>
                  <a:gd name="connsiteX5" fmla="*/ 2556 w 5111"/>
                  <a:gd name="connsiteY5" fmla="*/ 5107 h 5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111" h="5107">
                    <a:moveTo>
                      <a:pt x="2556" y="5107"/>
                    </a:moveTo>
                    <a:cubicBezTo>
                      <a:pt x="3834" y="5107"/>
                      <a:pt x="5112" y="3830"/>
                      <a:pt x="5112" y="2554"/>
                    </a:cubicBezTo>
                    <a:cubicBezTo>
                      <a:pt x="5112" y="1277"/>
                      <a:pt x="3834" y="0"/>
                      <a:pt x="2556" y="0"/>
                    </a:cubicBezTo>
                    <a:cubicBezTo>
                      <a:pt x="1278" y="0"/>
                      <a:pt x="0" y="1277"/>
                      <a:pt x="0" y="2554"/>
                    </a:cubicBezTo>
                    <a:cubicBezTo>
                      <a:pt x="0" y="3830"/>
                      <a:pt x="1278" y="5107"/>
                      <a:pt x="2556" y="5107"/>
                    </a:cubicBezTo>
                    <a:lnTo>
                      <a:pt x="2556" y="5107"/>
                    </a:lnTo>
                    <a:close/>
                  </a:path>
                </a:pathLst>
              </a:custGeom>
              <a:grpFill/>
              <a:ln w="63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25"/>
              </a:p>
            </p:txBody>
          </p:sp>
          <p:sp>
            <p:nvSpPr>
              <p:cNvPr id="51" name="Graphic 4">
                <a:extLst>
                  <a:ext uri="{FF2B5EF4-FFF2-40B4-BE49-F238E27FC236}">
                    <a16:creationId xmlns:a16="http://schemas.microsoft.com/office/drawing/2014/main" id="{16ACD853-22AC-94B5-EDEC-E62C7A6755BD}"/>
                  </a:ext>
                </a:extLst>
              </p:cNvPr>
              <p:cNvSpPr/>
              <p:nvPr/>
            </p:nvSpPr>
            <p:spPr>
              <a:xfrm>
                <a:off x="2119542" y="1096292"/>
                <a:ext cx="5278" cy="5107"/>
              </a:xfrm>
              <a:custGeom>
                <a:avLst/>
                <a:gdLst>
                  <a:gd name="connsiteX0" fmla="*/ 2556 w 5278"/>
                  <a:gd name="connsiteY0" fmla="*/ 0 h 5107"/>
                  <a:gd name="connsiteX1" fmla="*/ 0 w 5278"/>
                  <a:gd name="connsiteY1" fmla="*/ 2554 h 5107"/>
                  <a:gd name="connsiteX2" fmla="*/ 2556 w 5278"/>
                  <a:gd name="connsiteY2" fmla="*/ 5107 h 5107"/>
                  <a:gd name="connsiteX3" fmla="*/ 5112 w 5278"/>
                  <a:gd name="connsiteY3" fmla="*/ 2554 h 5107"/>
                  <a:gd name="connsiteX4" fmla="*/ 2556 w 5278"/>
                  <a:gd name="connsiteY4" fmla="*/ 0 h 5107"/>
                  <a:gd name="connsiteX5" fmla="*/ 2556 w 5278"/>
                  <a:gd name="connsiteY5" fmla="*/ 0 h 5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278" h="5107">
                    <a:moveTo>
                      <a:pt x="2556" y="0"/>
                    </a:moveTo>
                    <a:cubicBezTo>
                      <a:pt x="1278" y="0"/>
                      <a:pt x="0" y="1277"/>
                      <a:pt x="0" y="2554"/>
                    </a:cubicBezTo>
                    <a:cubicBezTo>
                      <a:pt x="0" y="3830"/>
                      <a:pt x="1278" y="5107"/>
                      <a:pt x="2556" y="5107"/>
                    </a:cubicBezTo>
                    <a:cubicBezTo>
                      <a:pt x="3834" y="5107"/>
                      <a:pt x="5112" y="3830"/>
                      <a:pt x="5112" y="2554"/>
                    </a:cubicBezTo>
                    <a:cubicBezTo>
                      <a:pt x="5751" y="1277"/>
                      <a:pt x="4473" y="0"/>
                      <a:pt x="2556" y="0"/>
                    </a:cubicBezTo>
                    <a:lnTo>
                      <a:pt x="2556" y="0"/>
                    </a:lnTo>
                    <a:close/>
                  </a:path>
                </a:pathLst>
              </a:custGeom>
              <a:grpFill/>
              <a:ln w="63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25"/>
              </a:p>
            </p:txBody>
          </p:sp>
          <p:sp>
            <p:nvSpPr>
              <p:cNvPr id="52" name="Graphic 4">
                <a:extLst>
                  <a:ext uri="{FF2B5EF4-FFF2-40B4-BE49-F238E27FC236}">
                    <a16:creationId xmlns:a16="http://schemas.microsoft.com/office/drawing/2014/main" id="{7F7C45C6-0B28-3402-0946-8D6F463152FC}"/>
                  </a:ext>
                </a:extLst>
              </p:cNvPr>
              <p:cNvSpPr/>
              <p:nvPr/>
            </p:nvSpPr>
            <p:spPr>
              <a:xfrm>
                <a:off x="2142379" y="1096930"/>
                <a:ext cx="5278" cy="5107"/>
              </a:xfrm>
              <a:custGeom>
                <a:avLst/>
                <a:gdLst>
                  <a:gd name="connsiteX0" fmla="*/ 2722 w 5278"/>
                  <a:gd name="connsiteY0" fmla="*/ 5107 h 5107"/>
                  <a:gd name="connsiteX1" fmla="*/ 5278 w 5278"/>
                  <a:gd name="connsiteY1" fmla="*/ 2554 h 5107"/>
                  <a:gd name="connsiteX2" fmla="*/ 2722 w 5278"/>
                  <a:gd name="connsiteY2" fmla="*/ 0 h 5107"/>
                  <a:gd name="connsiteX3" fmla="*/ 2722 w 5278"/>
                  <a:gd name="connsiteY3" fmla="*/ 0 h 5107"/>
                  <a:gd name="connsiteX4" fmla="*/ 166 w 5278"/>
                  <a:gd name="connsiteY4" fmla="*/ 2554 h 5107"/>
                  <a:gd name="connsiteX5" fmla="*/ 2722 w 5278"/>
                  <a:gd name="connsiteY5" fmla="*/ 5107 h 5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278" h="5107">
                    <a:moveTo>
                      <a:pt x="2722" y="5107"/>
                    </a:moveTo>
                    <a:cubicBezTo>
                      <a:pt x="4000" y="5107"/>
                      <a:pt x="5278" y="3830"/>
                      <a:pt x="5278" y="2554"/>
                    </a:cubicBezTo>
                    <a:cubicBezTo>
                      <a:pt x="5278" y="1277"/>
                      <a:pt x="4000" y="0"/>
                      <a:pt x="2722" y="0"/>
                    </a:cubicBezTo>
                    <a:lnTo>
                      <a:pt x="2722" y="0"/>
                    </a:lnTo>
                    <a:cubicBezTo>
                      <a:pt x="1444" y="0"/>
                      <a:pt x="166" y="1277"/>
                      <a:pt x="166" y="2554"/>
                    </a:cubicBezTo>
                    <a:cubicBezTo>
                      <a:pt x="-473" y="3830"/>
                      <a:pt x="805" y="5107"/>
                      <a:pt x="2722" y="5107"/>
                    </a:cubicBezTo>
                    <a:close/>
                  </a:path>
                </a:pathLst>
              </a:custGeom>
              <a:grpFill/>
              <a:ln w="63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25"/>
              </a:p>
            </p:txBody>
          </p:sp>
          <p:sp>
            <p:nvSpPr>
              <p:cNvPr id="53" name="Graphic 4">
                <a:extLst>
                  <a:ext uri="{FF2B5EF4-FFF2-40B4-BE49-F238E27FC236}">
                    <a16:creationId xmlns:a16="http://schemas.microsoft.com/office/drawing/2014/main" id="{152775EF-94CE-0D40-BEF6-44B51B53BB16}"/>
                  </a:ext>
                </a:extLst>
              </p:cNvPr>
              <p:cNvSpPr/>
              <p:nvPr/>
            </p:nvSpPr>
            <p:spPr>
              <a:xfrm>
                <a:off x="2131044" y="1179922"/>
                <a:ext cx="5111" cy="5107"/>
              </a:xfrm>
              <a:custGeom>
                <a:avLst/>
                <a:gdLst>
                  <a:gd name="connsiteX0" fmla="*/ 2556 w 5111"/>
                  <a:gd name="connsiteY0" fmla="*/ 5107 h 5107"/>
                  <a:gd name="connsiteX1" fmla="*/ 5112 w 5111"/>
                  <a:gd name="connsiteY1" fmla="*/ 2554 h 5107"/>
                  <a:gd name="connsiteX2" fmla="*/ 2556 w 5111"/>
                  <a:gd name="connsiteY2" fmla="*/ 0 h 5107"/>
                  <a:gd name="connsiteX3" fmla="*/ 0 w 5111"/>
                  <a:gd name="connsiteY3" fmla="*/ 2554 h 5107"/>
                  <a:gd name="connsiteX4" fmla="*/ 2556 w 5111"/>
                  <a:gd name="connsiteY4" fmla="*/ 5107 h 5107"/>
                  <a:gd name="connsiteX5" fmla="*/ 2556 w 5111"/>
                  <a:gd name="connsiteY5" fmla="*/ 5107 h 5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111" h="5107">
                    <a:moveTo>
                      <a:pt x="2556" y="5107"/>
                    </a:moveTo>
                    <a:cubicBezTo>
                      <a:pt x="3834" y="5107"/>
                      <a:pt x="5112" y="3830"/>
                      <a:pt x="5112" y="2554"/>
                    </a:cubicBezTo>
                    <a:cubicBezTo>
                      <a:pt x="5112" y="1277"/>
                      <a:pt x="3834" y="0"/>
                      <a:pt x="2556" y="0"/>
                    </a:cubicBezTo>
                    <a:cubicBezTo>
                      <a:pt x="1278" y="0"/>
                      <a:pt x="0" y="1277"/>
                      <a:pt x="0" y="2554"/>
                    </a:cubicBezTo>
                    <a:cubicBezTo>
                      <a:pt x="0" y="3830"/>
                      <a:pt x="1278" y="5107"/>
                      <a:pt x="2556" y="5107"/>
                    </a:cubicBezTo>
                    <a:lnTo>
                      <a:pt x="2556" y="5107"/>
                    </a:lnTo>
                    <a:close/>
                  </a:path>
                </a:pathLst>
              </a:custGeom>
              <a:grpFill/>
              <a:ln w="63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25"/>
              </a:p>
            </p:txBody>
          </p:sp>
          <p:sp>
            <p:nvSpPr>
              <p:cNvPr id="54" name="Graphic 4">
                <a:extLst>
                  <a:ext uri="{FF2B5EF4-FFF2-40B4-BE49-F238E27FC236}">
                    <a16:creationId xmlns:a16="http://schemas.microsoft.com/office/drawing/2014/main" id="{FF55CAD4-EB5A-455A-30BC-C2C08A09E4BF}"/>
                  </a:ext>
                </a:extLst>
              </p:cNvPr>
              <p:cNvSpPr/>
              <p:nvPr/>
            </p:nvSpPr>
            <p:spPr>
              <a:xfrm>
                <a:off x="2155964" y="1179922"/>
                <a:ext cx="5112" cy="5107"/>
              </a:xfrm>
              <a:custGeom>
                <a:avLst/>
                <a:gdLst>
                  <a:gd name="connsiteX0" fmla="*/ 2556 w 5112"/>
                  <a:gd name="connsiteY0" fmla="*/ 5107 h 5107"/>
                  <a:gd name="connsiteX1" fmla="*/ 5112 w 5112"/>
                  <a:gd name="connsiteY1" fmla="*/ 2554 h 5107"/>
                  <a:gd name="connsiteX2" fmla="*/ 2556 w 5112"/>
                  <a:gd name="connsiteY2" fmla="*/ 0 h 5107"/>
                  <a:gd name="connsiteX3" fmla="*/ 0 w 5112"/>
                  <a:gd name="connsiteY3" fmla="*/ 2554 h 5107"/>
                  <a:gd name="connsiteX4" fmla="*/ 2556 w 5112"/>
                  <a:gd name="connsiteY4" fmla="*/ 5107 h 5107"/>
                  <a:gd name="connsiteX5" fmla="*/ 2556 w 5112"/>
                  <a:gd name="connsiteY5" fmla="*/ 5107 h 5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112" h="5107">
                    <a:moveTo>
                      <a:pt x="2556" y="5107"/>
                    </a:moveTo>
                    <a:cubicBezTo>
                      <a:pt x="3834" y="5107"/>
                      <a:pt x="5112" y="3830"/>
                      <a:pt x="5112" y="2554"/>
                    </a:cubicBezTo>
                    <a:cubicBezTo>
                      <a:pt x="5112" y="1277"/>
                      <a:pt x="3834" y="0"/>
                      <a:pt x="2556" y="0"/>
                    </a:cubicBezTo>
                    <a:cubicBezTo>
                      <a:pt x="1278" y="0"/>
                      <a:pt x="0" y="1277"/>
                      <a:pt x="0" y="2554"/>
                    </a:cubicBezTo>
                    <a:cubicBezTo>
                      <a:pt x="0" y="3830"/>
                      <a:pt x="1278" y="5107"/>
                      <a:pt x="2556" y="5107"/>
                    </a:cubicBezTo>
                    <a:lnTo>
                      <a:pt x="2556" y="5107"/>
                    </a:lnTo>
                    <a:close/>
                  </a:path>
                </a:pathLst>
              </a:custGeom>
              <a:grpFill/>
              <a:ln w="63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25"/>
              </a:p>
            </p:txBody>
          </p:sp>
          <p:sp>
            <p:nvSpPr>
              <p:cNvPr id="55" name="Graphic 4">
                <a:extLst>
                  <a:ext uri="{FF2B5EF4-FFF2-40B4-BE49-F238E27FC236}">
                    <a16:creationId xmlns:a16="http://schemas.microsoft.com/office/drawing/2014/main" id="{49D96BA4-EC12-69F2-AD83-70624F8BA2DC}"/>
                  </a:ext>
                </a:extLst>
              </p:cNvPr>
              <p:cNvSpPr/>
              <p:nvPr/>
            </p:nvSpPr>
            <p:spPr>
              <a:xfrm>
                <a:off x="2088870" y="1160132"/>
                <a:ext cx="89459" cy="43411"/>
              </a:xfrm>
              <a:custGeom>
                <a:avLst/>
                <a:gdLst>
                  <a:gd name="connsiteX0" fmla="*/ 0 w 89459"/>
                  <a:gd name="connsiteY0" fmla="*/ 43411 h 43411"/>
                  <a:gd name="connsiteX1" fmla="*/ 89459 w 89459"/>
                  <a:gd name="connsiteY1" fmla="*/ 43411 h 43411"/>
                  <a:gd name="connsiteX2" fmla="*/ 89459 w 89459"/>
                  <a:gd name="connsiteY2" fmla="*/ 0 h 43411"/>
                  <a:gd name="connsiteX3" fmla="*/ 0 w 89459"/>
                  <a:gd name="connsiteY3" fmla="*/ 0 h 43411"/>
                  <a:gd name="connsiteX4" fmla="*/ 0 w 89459"/>
                  <a:gd name="connsiteY4" fmla="*/ 43411 h 43411"/>
                  <a:gd name="connsiteX5" fmla="*/ 69650 w 89459"/>
                  <a:gd name="connsiteY5" fmla="*/ 11491 h 43411"/>
                  <a:gd name="connsiteX6" fmla="*/ 78596 w 89459"/>
                  <a:gd name="connsiteY6" fmla="*/ 22344 h 43411"/>
                  <a:gd name="connsiteX7" fmla="*/ 69650 w 89459"/>
                  <a:gd name="connsiteY7" fmla="*/ 31281 h 43411"/>
                  <a:gd name="connsiteX8" fmla="*/ 58788 w 89459"/>
                  <a:gd name="connsiteY8" fmla="*/ 22344 h 43411"/>
                  <a:gd name="connsiteX9" fmla="*/ 67733 w 89459"/>
                  <a:gd name="connsiteY9" fmla="*/ 11491 h 43411"/>
                  <a:gd name="connsiteX10" fmla="*/ 69650 w 89459"/>
                  <a:gd name="connsiteY10" fmla="*/ 11491 h 43411"/>
                  <a:gd name="connsiteX11" fmla="*/ 44730 w 89459"/>
                  <a:gd name="connsiteY11" fmla="*/ 11491 h 43411"/>
                  <a:gd name="connsiteX12" fmla="*/ 53675 w 89459"/>
                  <a:gd name="connsiteY12" fmla="*/ 22344 h 43411"/>
                  <a:gd name="connsiteX13" fmla="*/ 44730 w 89459"/>
                  <a:gd name="connsiteY13" fmla="*/ 31281 h 43411"/>
                  <a:gd name="connsiteX14" fmla="*/ 33867 w 89459"/>
                  <a:gd name="connsiteY14" fmla="*/ 22344 h 43411"/>
                  <a:gd name="connsiteX15" fmla="*/ 42813 w 89459"/>
                  <a:gd name="connsiteY15" fmla="*/ 11491 h 43411"/>
                  <a:gd name="connsiteX16" fmla="*/ 44730 w 89459"/>
                  <a:gd name="connsiteY16" fmla="*/ 11491 h 43411"/>
                  <a:gd name="connsiteX17" fmla="*/ 19809 w 89459"/>
                  <a:gd name="connsiteY17" fmla="*/ 12130 h 43411"/>
                  <a:gd name="connsiteX18" fmla="*/ 30033 w 89459"/>
                  <a:gd name="connsiteY18" fmla="*/ 22344 h 43411"/>
                  <a:gd name="connsiteX19" fmla="*/ 19809 w 89459"/>
                  <a:gd name="connsiteY19" fmla="*/ 32558 h 43411"/>
                  <a:gd name="connsiteX20" fmla="*/ 9585 w 89459"/>
                  <a:gd name="connsiteY20" fmla="*/ 22344 h 43411"/>
                  <a:gd name="connsiteX21" fmla="*/ 9585 w 89459"/>
                  <a:gd name="connsiteY21" fmla="*/ 22344 h 43411"/>
                  <a:gd name="connsiteX22" fmla="*/ 19809 w 89459"/>
                  <a:gd name="connsiteY22" fmla="*/ 12130 h 43411"/>
                  <a:gd name="connsiteX23" fmla="*/ 19809 w 89459"/>
                  <a:gd name="connsiteY23" fmla="*/ 12130 h 43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89459" h="43411">
                    <a:moveTo>
                      <a:pt x="0" y="43411"/>
                    </a:moveTo>
                    <a:lnTo>
                      <a:pt x="89459" y="43411"/>
                    </a:lnTo>
                    <a:lnTo>
                      <a:pt x="89459" y="0"/>
                    </a:lnTo>
                    <a:lnTo>
                      <a:pt x="0" y="0"/>
                    </a:lnTo>
                    <a:lnTo>
                      <a:pt x="0" y="43411"/>
                    </a:lnTo>
                    <a:close/>
                    <a:moveTo>
                      <a:pt x="69650" y="11491"/>
                    </a:moveTo>
                    <a:cubicBezTo>
                      <a:pt x="75401" y="12130"/>
                      <a:pt x="79235" y="16598"/>
                      <a:pt x="78596" y="22344"/>
                    </a:cubicBezTo>
                    <a:cubicBezTo>
                      <a:pt x="77957" y="27451"/>
                      <a:pt x="74123" y="31281"/>
                      <a:pt x="69650" y="31281"/>
                    </a:cubicBezTo>
                    <a:cubicBezTo>
                      <a:pt x="63899" y="31920"/>
                      <a:pt x="59427" y="27451"/>
                      <a:pt x="58788" y="22344"/>
                    </a:cubicBezTo>
                    <a:cubicBezTo>
                      <a:pt x="58148" y="16598"/>
                      <a:pt x="62622" y="12130"/>
                      <a:pt x="67733" y="11491"/>
                    </a:cubicBezTo>
                    <a:cubicBezTo>
                      <a:pt x="68372" y="11491"/>
                      <a:pt x="69011" y="11491"/>
                      <a:pt x="69650" y="11491"/>
                    </a:cubicBezTo>
                    <a:close/>
                    <a:moveTo>
                      <a:pt x="44730" y="11491"/>
                    </a:moveTo>
                    <a:cubicBezTo>
                      <a:pt x="50480" y="12130"/>
                      <a:pt x="54314" y="16598"/>
                      <a:pt x="53675" y="22344"/>
                    </a:cubicBezTo>
                    <a:cubicBezTo>
                      <a:pt x="53037" y="27451"/>
                      <a:pt x="49203" y="31281"/>
                      <a:pt x="44730" y="31281"/>
                    </a:cubicBezTo>
                    <a:cubicBezTo>
                      <a:pt x="38979" y="31920"/>
                      <a:pt x="34506" y="27451"/>
                      <a:pt x="33867" y="22344"/>
                    </a:cubicBezTo>
                    <a:cubicBezTo>
                      <a:pt x="33228" y="16598"/>
                      <a:pt x="37701" y="12130"/>
                      <a:pt x="42813" y="11491"/>
                    </a:cubicBezTo>
                    <a:cubicBezTo>
                      <a:pt x="44091" y="11491"/>
                      <a:pt x="44091" y="11491"/>
                      <a:pt x="44730" y="11491"/>
                    </a:cubicBezTo>
                    <a:close/>
                    <a:moveTo>
                      <a:pt x="19809" y="12130"/>
                    </a:moveTo>
                    <a:cubicBezTo>
                      <a:pt x="25560" y="12130"/>
                      <a:pt x="30033" y="16598"/>
                      <a:pt x="30033" y="22344"/>
                    </a:cubicBezTo>
                    <a:cubicBezTo>
                      <a:pt x="30033" y="28089"/>
                      <a:pt x="25560" y="32558"/>
                      <a:pt x="19809" y="32558"/>
                    </a:cubicBezTo>
                    <a:cubicBezTo>
                      <a:pt x="14058" y="32558"/>
                      <a:pt x="9585" y="28089"/>
                      <a:pt x="9585" y="22344"/>
                    </a:cubicBezTo>
                    <a:cubicBezTo>
                      <a:pt x="9585" y="22344"/>
                      <a:pt x="9585" y="22344"/>
                      <a:pt x="9585" y="22344"/>
                    </a:cubicBezTo>
                    <a:cubicBezTo>
                      <a:pt x="9585" y="16598"/>
                      <a:pt x="14058" y="12130"/>
                      <a:pt x="19809" y="12130"/>
                    </a:cubicBezTo>
                    <a:cubicBezTo>
                      <a:pt x="19809" y="12130"/>
                      <a:pt x="19809" y="12130"/>
                      <a:pt x="19809" y="12130"/>
                    </a:cubicBezTo>
                    <a:close/>
                  </a:path>
                </a:pathLst>
              </a:custGeom>
              <a:grpFill/>
              <a:ln w="63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25"/>
              </a:p>
            </p:txBody>
          </p:sp>
          <p:sp>
            <p:nvSpPr>
              <p:cNvPr id="56" name="Graphic 4">
                <a:extLst>
                  <a:ext uri="{FF2B5EF4-FFF2-40B4-BE49-F238E27FC236}">
                    <a16:creationId xmlns:a16="http://schemas.microsoft.com/office/drawing/2014/main" id="{CE4A5E27-AB12-7F99-B84B-8BB22A5CD4C3}"/>
                  </a:ext>
                </a:extLst>
              </p:cNvPr>
              <p:cNvSpPr/>
              <p:nvPr/>
            </p:nvSpPr>
            <p:spPr>
              <a:xfrm>
                <a:off x="2088870" y="994148"/>
                <a:ext cx="89459" cy="43411"/>
              </a:xfrm>
              <a:custGeom>
                <a:avLst/>
                <a:gdLst>
                  <a:gd name="connsiteX0" fmla="*/ 0 w 89459"/>
                  <a:gd name="connsiteY0" fmla="*/ 43411 h 43411"/>
                  <a:gd name="connsiteX1" fmla="*/ 89459 w 89459"/>
                  <a:gd name="connsiteY1" fmla="*/ 43411 h 43411"/>
                  <a:gd name="connsiteX2" fmla="*/ 89459 w 89459"/>
                  <a:gd name="connsiteY2" fmla="*/ 0 h 43411"/>
                  <a:gd name="connsiteX3" fmla="*/ 0 w 89459"/>
                  <a:gd name="connsiteY3" fmla="*/ 0 h 43411"/>
                  <a:gd name="connsiteX4" fmla="*/ 0 w 89459"/>
                  <a:gd name="connsiteY4" fmla="*/ 43411 h 43411"/>
                  <a:gd name="connsiteX5" fmla="*/ 44730 w 89459"/>
                  <a:gd name="connsiteY5" fmla="*/ 11491 h 43411"/>
                  <a:gd name="connsiteX6" fmla="*/ 54954 w 89459"/>
                  <a:gd name="connsiteY6" fmla="*/ 21706 h 43411"/>
                  <a:gd name="connsiteX7" fmla="*/ 44730 w 89459"/>
                  <a:gd name="connsiteY7" fmla="*/ 31920 h 43411"/>
                  <a:gd name="connsiteX8" fmla="*/ 34506 w 89459"/>
                  <a:gd name="connsiteY8" fmla="*/ 21706 h 43411"/>
                  <a:gd name="connsiteX9" fmla="*/ 44730 w 89459"/>
                  <a:gd name="connsiteY9" fmla="*/ 11491 h 43411"/>
                  <a:gd name="connsiteX10" fmla="*/ 44730 w 89459"/>
                  <a:gd name="connsiteY10" fmla="*/ 11491 h 43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9459" h="43411">
                    <a:moveTo>
                      <a:pt x="0" y="43411"/>
                    </a:moveTo>
                    <a:lnTo>
                      <a:pt x="89459" y="43411"/>
                    </a:lnTo>
                    <a:lnTo>
                      <a:pt x="89459" y="0"/>
                    </a:lnTo>
                    <a:lnTo>
                      <a:pt x="0" y="0"/>
                    </a:lnTo>
                    <a:lnTo>
                      <a:pt x="0" y="43411"/>
                    </a:lnTo>
                    <a:close/>
                    <a:moveTo>
                      <a:pt x="44730" y="11491"/>
                    </a:moveTo>
                    <a:cubicBezTo>
                      <a:pt x="50480" y="11491"/>
                      <a:pt x="54954" y="15960"/>
                      <a:pt x="54954" y="21706"/>
                    </a:cubicBezTo>
                    <a:cubicBezTo>
                      <a:pt x="54954" y="27451"/>
                      <a:pt x="50480" y="31920"/>
                      <a:pt x="44730" y="31920"/>
                    </a:cubicBezTo>
                    <a:cubicBezTo>
                      <a:pt x="38979" y="31920"/>
                      <a:pt x="34506" y="27451"/>
                      <a:pt x="34506" y="21706"/>
                    </a:cubicBezTo>
                    <a:cubicBezTo>
                      <a:pt x="35145" y="15960"/>
                      <a:pt x="39618" y="11491"/>
                      <a:pt x="44730" y="11491"/>
                    </a:cubicBezTo>
                    <a:lnTo>
                      <a:pt x="44730" y="11491"/>
                    </a:lnTo>
                    <a:close/>
                  </a:path>
                </a:pathLst>
              </a:custGeom>
              <a:grpFill/>
              <a:ln w="63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25"/>
              </a:p>
            </p:txBody>
          </p:sp>
          <p:sp>
            <p:nvSpPr>
              <p:cNvPr id="57" name="Graphic 4">
                <a:extLst>
                  <a:ext uri="{FF2B5EF4-FFF2-40B4-BE49-F238E27FC236}">
                    <a16:creationId xmlns:a16="http://schemas.microsoft.com/office/drawing/2014/main" id="{50B1054F-5759-D436-96B1-D820974981C2}"/>
                  </a:ext>
                </a:extLst>
              </p:cNvPr>
              <p:cNvSpPr/>
              <p:nvPr/>
            </p:nvSpPr>
            <p:spPr>
              <a:xfrm>
                <a:off x="1952125" y="918179"/>
                <a:ext cx="362313" cy="361971"/>
              </a:xfrm>
              <a:custGeom>
                <a:avLst/>
                <a:gdLst>
                  <a:gd name="connsiteX0" fmla="*/ 181474 w 362313"/>
                  <a:gd name="connsiteY0" fmla="*/ 0 h 361971"/>
                  <a:gd name="connsiteX1" fmla="*/ 0 w 362313"/>
                  <a:gd name="connsiteY1" fmla="*/ 180667 h 361971"/>
                  <a:gd name="connsiteX2" fmla="*/ 180835 w 362313"/>
                  <a:gd name="connsiteY2" fmla="*/ 361972 h 361971"/>
                  <a:gd name="connsiteX3" fmla="*/ 362310 w 362313"/>
                  <a:gd name="connsiteY3" fmla="*/ 181305 h 361971"/>
                  <a:gd name="connsiteX4" fmla="*/ 362310 w 362313"/>
                  <a:gd name="connsiteY4" fmla="*/ 181305 h 361971"/>
                  <a:gd name="connsiteX5" fmla="*/ 181474 w 362313"/>
                  <a:gd name="connsiteY5" fmla="*/ 0 h 361971"/>
                  <a:gd name="connsiteX6" fmla="*/ 288186 w 362313"/>
                  <a:gd name="connsiteY6" fmla="*/ 255998 h 361971"/>
                  <a:gd name="connsiteX7" fmla="*/ 274128 w 362313"/>
                  <a:gd name="connsiteY7" fmla="*/ 270681 h 361971"/>
                  <a:gd name="connsiteX8" fmla="*/ 264543 w 362313"/>
                  <a:gd name="connsiteY8" fmla="*/ 270681 h 361971"/>
                  <a:gd name="connsiteX9" fmla="*/ 266460 w 362313"/>
                  <a:gd name="connsiteY9" fmla="*/ 272596 h 361971"/>
                  <a:gd name="connsiteX10" fmla="*/ 266460 w 362313"/>
                  <a:gd name="connsiteY10" fmla="*/ 281534 h 361971"/>
                  <a:gd name="connsiteX11" fmla="*/ 257514 w 362313"/>
                  <a:gd name="connsiteY11" fmla="*/ 281534 h 361971"/>
                  <a:gd name="connsiteX12" fmla="*/ 244735 w 362313"/>
                  <a:gd name="connsiteY12" fmla="*/ 268766 h 361971"/>
                  <a:gd name="connsiteX13" fmla="*/ 242818 w 362313"/>
                  <a:gd name="connsiteY13" fmla="*/ 264297 h 361971"/>
                  <a:gd name="connsiteX14" fmla="*/ 244735 w 362313"/>
                  <a:gd name="connsiteY14" fmla="*/ 259828 h 361971"/>
                  <a:gd name="connsiteX15" fmla="*/ 257514 w 362313"/>
                  <a:gd name="connsiteY15" fmla="*/ 247060 h 361971"/>
                  <a:gd name="connsiteX16" fmla="*/ 266460 w 362313"/>
                  <a:gd name="connsiteY16" fmla="*/ 246422 h 361971"/>
                  <a:gd name="connsiteX17" fmla="*/ 267099 w 362313"/>
                  <a:gd name="connsiteY17" fmla="*/ 255359 h 361971"/>
                  <a:gd name="connsiteX18" fmla="*/ 266460 w 362313"/>
                  <a:gd name="connsiteY18" fmla="*/ 255998 h 361971"/>
                  <a:gd name="connsiteX19" fmla="*/ 264543 w 362313"/>
                  <a:gd name="connsiteY19" fmla="*/ 257913 h 361971"/>
                  <a:gd name="connsiteX20" fmla="*/ 274128 w 362313"/>
                  <a:gd name="connsiteY20" fmla="*/ 257913 h 361971"/>
                  <a:gd name="connsiteX21" fmla="*/ 276045 w 362313"/>
                  <a:gd name="connsiteY21" fmla="*/ 256636 h 361971"/>
                  <a:gd name="connsiteX22" fmla="*/ 276045 w 362313"/>
                  <a:gd name="connsiteY22" fmla="*/ 256636 h 361971"/>
                  <a:gd name="connsiteX23" fmla="*/ 276045 w 362313"/>
                  <a:gd name="connsiteY23" fmla="*/ 106612 h 361971"/>
                  <a:gd name="connsiteX24" fmla="*/ 274767 w 362313"/>
                  <a:gd name="connsiteY24" fmla="*/ 104697 h 361971"/>
                  <a:gd name="connsiteX25" fmla="*/ 274767 w 362313"/>
                  <a:gd name="connsiteY25" fmla="*/ 104697 h 361971"/>
                  <a:gd name="connsiteX26" fmla="*/ 239623 w 362313"/>
                  <a:gd name="connsiteY26" fmla="*/ 104697 h 361971"/>
                  <a:gd name="connsiteX27" fmla="*/ 239623 w 362313"/>
                  <a:gd name="connsiteY27" fmla="*/ 126403 h 361971"/>
                  <a:gd name="connsiteX28" fmla="*/ 233233 w 362313"/>
                  <a:gd name="connsiteY28" fmla="*/ 132787 h 361971"/>
                  <a:gd name="connsiteX29" fmla="*/ 188503 w 362313"/>
                  <a:gd name="connsiteY29" fmla="*/ 132787 h 361971"/>
                  <a:gd name="connsiteX30" fmla="*/ 188503 w 362313"/>
                  <a:gd name="connsiteY30" fmla="*/ 146832 h 361971"/>
                  <a:gd name="connsiteX31" fmla="*/ 233233 w 362313"/>
                  <a:gd name="connsiteY31" fmla="*/ 146832 h 361971"/>
                  <a:gd name="connsiteX32" fmla="*/ 239623 w 362313"/>
                  <a:gd name="connsiteY32" fmla="*/ 153216 h 361971"/>
                  <a:gd name="connsiteX33" fmla="*/ 239623 w 362313"/>
                  <a:gd name="connsiteY33" fmla="*/ 209395 h 361971"/>
                  <a:gd name="connsiteX34" fmla="*/ 233233 w 362313"/>
                  <a:gd name="connsiteY34" fmla="*/ 215779 h 361971"/>
                  <a:gd name="connsiteX35" fmla="*/ 188503 w 362313"/>
                  <a:gd name="connsiteY35" fmla="*/ 215779 h 361971"/>
                  <a:gd name="connsiteX36" fmla="*/ 188503 w 362313"/>
                  <a:gd name="connsiteY36" fmla="*/ 229823 h 361971"/>
                  <a:gd name="connsiteX37" fmla="*/ 233233 w 362313"/>
                  <a:gd name="connsiteY37" fmla="*/ 229823 h 361971"/>
                  <a:gd name="connsiteX38" fmla="*/ 239623 w 362313"/>
                  <a:gd name="connsiteY38" fmla="*/ 236207 h 361971"/>
                  <a:gd name="connsiteX39" fmla="*/ 239623 w 362313"/>
                  <a:gd name="connsiteY39" fmla="*/ 292386 h 361971"/>
                  <a:gd name="connsiteX40" fmla="*/ 233233 w 362313"/>
                  <a:gd name="connsiteY40" fmla="*/ 298770 h 361971"/>
                  <a:gd name="connsiteX41" fmla="*/ 130994 w 362313"/>
                  <a:gd name="connsiteY41" fmla="*/ 298770 h 361971"/>
                  <a:gd name="connsiteX42" fmla="*/ 124604 w 362313"/>
                  <a:gd name="connsiteY42" fmla="*/ 292386 h 361971"/>
                  <a:gd name="connsiteX43" fmla="*/ 124604 w 362313"/>
                  <a:gd name="connsiteY43" fmla="*/ 270681 h 361971"/>
                  <a:gd name="connsiteX44" fmla="*/ 90098 w 362313"/>
                  <a:gd name="connsiteY44" fmla="*/ 270681 h 361971"/>
                  <a:gd name="connsiteX45" fmla="*/ 75401 w 362313"/>
                  <a:gd name="connsiteY45" fmla="*/ 255998 h 361971"/>
                  <a:gd name="connsiteX46" fmla="*/ 75401 w 362313"/>
                  <a:gd name="connsiteY46" fmla="*/ 255998 h 361971"/>
                  <a:gd name="connsiteX47" fmla="*/ 75401 w 362313"/>
                  <a:gd name="connsiteY47" fmla="*/ 105974 h 361971"/>
                  <a:gd name="connsiteX48" fmla="*/ 90098 w 362313"/>
                  <a:gd name="connsiteY48" fmla="*/ 91291 h 361971"/>
                  <a:gd name="connsiteX49" fmla="*/ 90098 w 362313"/>
                  <a:gd name="connsiteY49" fmla="*/ 91291 h 361971"/>
                  <a:gd name="connsiteX50" fmla="*/ 99683 w 362313"/>
                  <a:gd name="connsiteY50" fmla="*/ 91291 h 361971"/>
                  <a:gd name="connsiteX51" fmla="*/ 97766 w 362313"/>
                  <a:gd name="connsiteY51" fmla="*/ 89376 h 361971"/>
                  <a:gd name="connsiteX52" fmla="*/ 97766 w 362313"/>
                  <a:gd name="connsiteY52" fmla="*/ 80438 h 361971"/>
                  <a:gd name="connsiteX53" fmla="*/ 106712 w 362313"/>
                  <a:gd name="connsiteY53" fmla="*/ 80438 h 361971"/>
                  <a:gd name="connsiteX54" fmla="*/ 106712 w 362313"/>
                  <a:gd name="connsiteY54" fmla="*/ 80438 h 361971"/>
                  <a:gd name="connsiteX55" fmla="*/ 119492 w 362313"/>
                  <a:gd name="connsiteY55" fmla="*/ 93206 h 361971"/>
                  <a:gd name="connsiteX56" fmla="*/ 119492 w 362313"/>
                  <a:gd name="connsiteY56" fmla="*/ 102144 h 361971"/>
                  <a:gd name="connsiteX57" fmla="*/ 119492 w 362313"/>
                  <a:gd name="connsiteY57" fmla="*/ 102144 h 361971"/>
                  <a:gd name="connsiteX58" fmla="*/ 106712 w 362313"/>
                  <a:gd name="connsiteY58" fmla="*/ 114912 h 361971"/>
                  <a:gd name="connsiteX59" fmla="*/ 102239 w 362313"/>
                  <a:gd name="connsiteY59" fmla="*/ 116827 h 361971"/>
                  <a:gd name="connsiteX60" fmla="*/ 97766 w 362313"/>
                  <a:gd name="connsiteY60" fmla="*/ 114912 h 361971"/>
                  <a:gd name="connsiteX61" fmla="*/ 97766 w 362313"/>
                  <a:gd name="connsiteY61" fmla="*/ 105974 h 361971"/>
                  <a:gd name="connsiteX62" fmla="*/ 99683 w 362313"/>
                  <a:gd name="connsiteY62" fmla="*/ 104059 h 361971"/>
                  <a:gd name="connsiteX63" fmla="*/ 90098 w 362313"/>
                  <a:gd name="connsiteY63" fmla="*/ 104059 h 361971"/>
                  <a:gd name="connsiteX64" fmla="*/ 88181 w 362313"/>
                  <a:gd name="connsiteY64" fmla="*/ 105974 h 361971"/>
                  <a:gd name="connsiteX65" fmla="*/ 88181 w 362313"/>
                  <a:gd name="connsiteY65" fmla="*/ 105974 h 361971"/>
                  <a:gd name="connsiteX66" fmla="*/ 88181 w 362313"/>
                  <a:gd name="connsiteY66" fmla="*/ 255998 h 361971"/>
                  <a:gd name="connsiteX67" fmla="*/ 90098 w 362313"/>
                  <a:gd name="connsiteY67" fmla="*/ 257913 h 361971"/>
                  <a:gd name="connsiteX68" fmla="*/ 90098 w 362313"/>
                  <a:gd name="connsiteY68" fmla="*/ 257913 h 361971"/>
                  <a:gd name="connsiteX69" fmla="*/ 124604 w 362313"/>
                  <a:gd name="connsiteY69" fmla="*/ 257913 h 361971"/>
                  <a:gd name="connsiteX70" fmla="*/ 124604 w 362313"/>
                  <a:gd name="connsiteY70" fmla="*/ 236207 h 361971"/>
                  <a:gd name="connsiteX71" fmla="*/ 130994 w 362313"/>
                  <a:gd name="connsiteY71" fmla="*/ 229823 h 361971"/>
                  <a:gd name="connsiteX72" fmla="*/ 175723 w 362313"/>
                  <a:gd name="connsiteY72" fmla="*/ 229823 h 361971"/>
                  <a:gd name="connsiteX73" fmla="*/ 175723 w 362313"/>
                  <a:gd name="connsiteY73" fmla="*/ 215779 h 361971"/>
                  <a:gd name="connsiteX74" fmla="*/ 130994 w 362313"/>
                  <a:gd name="connsiteY74" fmla="*/ 215779 h 361971"/>
                  <a:gd name="connsiteX75" fmla="*/ 124604 w 362313"/>
                  <a:gd name="connsiteY75" fmla="*/ 209395 h 361971"/>
                  <a:gd name="connsiteX76" fmla="*/ 124604 w 362313"/>
                  <a:gd name="connsiteY76" fmla="*/ 153216 h 361971"/>
                  <a:gd name="connsiteX77" fmla="*/ 130994 w 362313"/>
                  <a:gd name="connsiteY77" fmla="*/ 146832 h 361971"/>
                  <a:gd name="connsiteX78" fmla="*/ 175723 w 362313"/>
                  <a:gd name="connsiteY78" fmla="*/ 146832 h 361971"/>
                  <a:gd name="connsiteX79" fmla="*/ 175723 w 362313"/>
                  <a:gd name="connsiteY79" fmla="*/ 132787 h 361971"/>
                  <a:gd name="connsiteX80" fmla="*/ 130994 w 362313"/>
                  <a:gd name="connsiteY80" fmla="*/ 132787 h 361971"/>
                  <a:gd name="connsiteX81" fmla="*/ 124604 w 362313"/>
                  <a:gd name="connsiteY81" fmla="*/ 126403 h 361971"/>
                  <a:gd name="connsiteX82" fmla="*/ 124604 w 362313"/>
                  <a:gd name="connsiteY82" fmla="*/ 70224 h 361971"/>
                  <a:gd name="connsiteX83" fmla="*/ 130994 w 362313"/>
                  <a:gd name="connsiteY83" fmla="*/ 63840 h 361971"/>
                  <a:gd name="connsiteX84" fmla="*/ 233233 w 362313"/>
                  <a:gd name="connsiteY84" fmla="*/ 63840 h 361971"/>
                  <a:gd name="connsiteX85" fmla="*/ 239623 w 362313"/>
                  <a:gd name="connsiteY85" fmla="*/ 70224 h 361971"/>
                  <a:gd name="connsiteX86" fmla="*/ 239623 w 362313"/>
                  <a:gd name="connsiteY86" fmla="*/ 91929 h 361971"/>
                  <a:gd name="connsiteX87" fmla="*/ 274767 w 362313"/>
                  <a:gd name="connsiteY87" fmla="*/ 91929 h 361971"/>
                  <a:gd name="connsiteX88" fmla="*/ 288825 w 362313"/>
                  <a:gd name="connsiteY88" fmla="*/ 106612 h 361971"/>
                  <a:gd name="connsiteX89" fmla="*/ 288186 w 362313"/>
                  <a:gd name="connsiteY89" fmla="*/ 255998 h 36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</a:cxnLst>
                <a:rect l="l" t="t" r="r" b="b"/>
                <a:pathLst>
                  <a:path w="362313" h="361971">
                    <a:moveTo>
                      <a:pt x="181474" y="0"/>
                    </a:moveTo>
                    <a:cubicBezTo>
                      <a:pt x="81152" y="0"/>
                      <a:pt x="0" y="81077"/>
                      <a:pt x="0" y="180667"/>
                    </a:cubicBezTo>
                    <a:cubicBezTo>
                      <a:pt x="0" y="280257"/>
                      <a:pt x="81152" y="361972"/>
                      <a:pt x="180835" y="361972"/>
                    </a:cubicBezTo>
                    <a:cubicBezTo>
                      <a:pt x="281157" y="361972"/>
                      <a:pt x="362310" y="280895"/>
                      <a:pt x="362310" y="181305"/>
                    </a:cubicBezTo>
                    <a:cubicBezTo>
                      <a:pt x="362310" y="181305"/>
                      <a:pt x="362310" y="181305"/>
                      <a:pt x="362310" y="181305"/>
                    </a:cubicBezTo>
                    <a:cubicBezTo>
                      <a:pt x="362948" y="81077"/>
                      <a:pt x="281796" y="0"/>
                      <a:pt x="181474" y="0"/>
                    </a:cubicBezTo>
                    <a:close/>
                    <a:moveTo>
                      <a:pt x="288186" y="255998"/>
                    </a:moveTo>
                    <a:cubicBezTo>
                      <a:pt x="288186" y="263659"/>
                      <a:pt x="281796" y="270681"/>
                      <a:pt x="274128" y="270681"/>
                    </a:cubicBezTo>
                    <a:lnTo>
                      <a:pt x="264543" y="270681"/>
                    </a:lnTo>
                    <a:lnTo>
                      <a:pt x="266460" y="272596"/>
                    </a:lnTo>
                    <a:cubicBezTo>
                      <a:pt x="269016" y="275150"/>
                      <a:pt x="269016" y="278980"/>
                      <a:pt x="266460" y="281534"/>
                    </a:cubicBezTo>
                    <a:cubicBezTo>
                      <a:pt x="263904" y="284087"/>
                      <a:pt x="260071" y="284087"/>
                      <a:pt x="257514" y="281534"/>
                    </a:cubicBezTo>
                    <a:lnTo>
                      <a:pt x="244735" y="268766"/>
                    </a:lnTo>
                    <a:cubicBezTo>
                      <a:pt x="243457" y="267489"/>
                      <a:pt x="242818" y="266212"/>
                      <a:pt x="242818" y="264297"/>
                    </a:cubicBezTo>
                    <a:cubicBezTo>
                      <a:pt x="242818" y="262382"/>
                      <a:pt x="243457" y="261105"/>
                      <a:pt x="244735" y="259828"/>
                    </a:cubicBezTo>
                    <a:lnTo>
                      <a:pt x="257514" y="247060"/>
                    </a:lnTo>
                    <a:cubicBezTo>
                      <a:pt x="260071" y="244507"/>
                      <a:pt x="263904" y="243868"/>
                      <a:pt x="266460" y="246422"/>
                    </a:cubicBezTo>
                    <a:cubicBezTo>
                      <a:pt x="269016" y="248975"/>
                      <a:pt x="269655" y="252806"/>
                      <a:pt x="267099" y="255359"/>
                    </a:cubicBezTo>
                    <a:cubicBezTo>
                      <a:pt x="267099" y="255359"/>
                      <a:pt x="266460" y="255998"/>
                      <a:pt x="266460" y="255998"/>
                    </a:cubicBezTo>
                    <a:lnTo>
                      <a:pt x="264543" y="257913"/>
                    </a:lnTo>
                    <a:lnTo>
                      <a:pt x="274128" y="257913"/>
                    </a:lnTo>
                    <a:cubicBezTo>
                      <a:pt x="274767" y="257913"/>
                      <a:pt x="276045" y="257275"/>
                      <a:pt x="276045" y="256636"/>
                    </a:cubicBezTo>
                    <a:cubicBezTo>
                      <a:pt x="276045" y="256636"/>
                      <a:pt x="276045" y="256636"/>
                      <a:pt x="276045" y="256636"/>
                    </a:cubicBezTo>
                    <a:lnTo>
                      <a:pt x="276045" y="106612"/>
                    </a:lnTo>
                    <a:cubicBezTo>
                      <a:pt x="276045" y="105974"/>
                      <a:pt x="275406" y="104697"/>
                      <a:pt x="274767" y="104697"/>
                    </a:cubicBezTo>
                    <a:cubicBezTo>
                      <a:pt x="274767" y="104697"/>
                      <a:pt x="274767" y="104697"/>
                      <a:pt x="274767" y="104697"/>
                    </a:cubicBezTo>
                    <a:lnTo>
                      <a:pt x="239623" y="104697"/>
                    </a:lnTo>
                    <a:lnTo>
                      <a:pt x="239623" y="126403"/>
                    </a:lnTo>
                    <a:cubicBezTo>
                      <a:pt x="239623" y="130233"/>
                      <a:pt x="237067" y="132787"/>
                      <a:pt x="233233" y="132787"/>
                    </a:cubicBezTo>
                    <a:lnTo>
                      <a:pt x="188503" y="132787"/>
                    </a:lnTo>
                    <a:lnTo>
                      <a:pt x="188503" y="146832"/>
                    </a:lnTo>
                    <a:lnTo>
                      <a:pt x="233233" y="146832"/>
                    </a:lnTo>
                    <a:cubicBezTo>
                      <a:pt x="237067" y="146832"/>
                      <a:pt x="239623" y="149385"/>
                      <a:pt x="239623" y="153216"/>
                    </a:cubicBezTo>
                    <a:lnTo>
                      <a:pt x="239623" y="209395"/>
                    </a:lnTo>
                    <a:cubicBezTo>
                      <a:pt x="239623" y="213225"/>
                      <a:pt x="237067" y="215779"/>
                      <a:pt x="233233" y="215779"/>
                    </a:cubicBezTo>
                    <a:lnTo>
                      <a:pt x="188503" y="215779"/>
                    </a:lnTo>
                    <a:lnTo>
                      <a:pt x="188503" y="229823"/>
                    </a:lnTo>
                    <a:lnTo>
                      <a:pt x="233233" y="229823"/>
                    </a:lnTo>
                    <a:cubicBezTo>
                      <a:pt x="237067" y="229823"/>
                      <a:pt x="239623" y="232377"/>
                      <a:pt x="239623" y="236207"/>
                    </a:cubicBezTo>
                    <a:lnTo>
                      <a:pt x="239623" y="292386"/>
                    </a:lnTo>
                    <a:cubicBezTo>
                      <a:pt x="239623" y="296217"/>
                      <a:pt x="237067" y="298770"/>
                      <a:pt x="233233" y="298770"/>
                    </a:cubicBezTo>
                    <a:lnTo>
                      <a:pt x="130994" y="298770"/>
                    </a:lnTo>
                    <a:cubicBezTo>
                      <a:pt x="127160" y="298770"/>
                      <a:pt x="124604" y="296217"/>
                      <a:pt x="124604" y="292386"/>
                    </a:cubicBezTo>
                    <a:lnTo>
                      <a:pt x="124604" y="270681"/>
                    </a:lnTo>
                    <a:lnTo>
                      <a:pt x="90098" y="270681"/>
                    </a:lnTo>
                    <a:cubicBezTo>
                      <a:pt x="82430" y="270681"/>
                      <a:pt x="75401" y="264297"/>
                      <a:pt x="75401" y="255998"/>
                    </a:cubicBezTo>
                    <a:lnTo>
                      <a:pt x="75401" y="255998"/>
                    </a:lnTo>
                    <a:lnTo>
                      <a:pt x="75401" y="105974"/>
                    </a:lnTo>
                    <a:cubicBezTo>
                      <a:pt x="75401" y="98313"/>
                      <a:pt x="81791" y="91291"/>
                      <a:pt x="90098" y="91291"/>
                    </a:cubicBezTo>
                    <a:lnTo>
                      <a:pt x="90098" y="91291"/>
                    </a:lnTo>
                    <a:lnTo>
                      <a:pt x="99683" y="91291"/>
                    </a:lnTo>
                    <a:lnTo>
                      <a:pt x="97766" y="89376"/>
                    </a:lnTo>
                    <a:cubicBezTo>
                      <a:pt x="95210" y="86822"/>
                      <a:pt x="95210" y="82992"/>
                      <a:pt x="97766" y="80438"/>
                    </a:cubicBezTo>
                    <a:cubicBezTo>
                      <a:pt x="100322" y="77885"/>
                      <a:pt x="104156" y="77885"/>
                      <a:pt x="106712" y="80438"/>
                    </a:cubicBezTo>
                    <a:cubicBezTo>
                      <a:pt x="106712" y="80438"/>
                      <a:pt x="106712" y="80438"/>
                      <a:pt x="106712" y="80438"/>
                    </a:cubicBezTo>
                    <a:lnTo>
                      <a:pt x="119492" y="93206"/>
                    </a:lnTo>
                    <a:cubicBezTo>
                      <a:pt x="122048" y="95760"/>
                      <a:pt x="122048" y="99590"/>
                      <a:pt x="119492" y="102144"/>
                    </a:cubicBezTo>
                    <a:cubicBezTo>
                      <a:pt x="119492" y="102144"/>
                      <a:pt x="119492" y="102144"/>
                      <a:pt x="119492" y="102144"/>
                    </a:cubicBezTo>
                    <a:lnTo>
                      <a:pt x="106712" y="114912"/>
                    </a:lnTo>
                    <a:cubicBezTo>
                      <a:pt x="105434" y="116188"/>
                      <a:pt x="104156" y="116827"/>
                      <a:pt x="102239" y="116827"/>
                    </a:cubicBezTo>
                    <a:cubicBezTo>
                      <a:pt x="100322" y="116827"/>
                      <a:pt x="99044" y="116188"/>
                      <a:pt x="97766" y="114912"/>
                    </a:cubicBezTo>
                    <a:cubicBezTo>
                      <a:pt x="95210" y="112358"/>
                      <a:pt x="95210" y="108528"/>
                      <a:pt x="97766" y="105974"/>
                    </a:cubicBezTo>
                    <a:lnTo>
                      <a:pt x="99683" y="104059"/>
                    </a:lnTo>
                    <a:lnTo>
                      <a:pt x="90098" y="104059"/>
                    </a:lnTo>
                    <a:cubicBezTo>
                      <a:pt x="89459" y="104059"/>
                      <a:pt x="88181" y="104697"/>
                      <a:pt x="88181" y="105974"/>
                    </a:cubicBezTo>
                    <a:lnTo>
                      <a:pt x="88181" y="105974"/>
                    </a:lnTo>
                    <a:lnTo>
                      <a:pt x="88181" y="255998"/>
                    </a:lnTo>
                    <a:cubicBezTo>
                      <a:pt x="88181" y="256636"/>
                      <a:pt x="88820" y="257913"/>
                      <a:pt x="90098" y="257913"/>
                    </a:cubicBezTo>
                    <a:lnTo>
                      <a:pt x="90098" y="257913"/>
                    </a:lnTo>
                    <a:lnTo>
                      <a:pt x="124604" y="257913"/>
                    </a:lnTo>
                    <a:lnTo>
                      <a:pt x="124604" y="236207"/>
                    </a:lnTo>
                    <a:cubicBezTo>
                      <a:pt x="124604" y="232377"/>
                      <a:pt x="127160" y="229823"/>
                      <a:pt x="130994" y="229823"/>
                    </a:cubicBezTo>
                    <a:lnTo>
                      <a:pt x="175723" y="229823"/>
                    </a:lnTo>
                    <a:lnTo>
                      <a:pt x="175723" y="215779"/>
                    </a:lnTo>
                    <a:lnTo>
                      <a:pt x="130994" y="215779"/>
                    </a:lnTo>
                    <a:cubicBezTo>
                      <a:pt x="127160" y="215779"/>
                      <a:pt x="124604" y="213225"/>
                      <a:pt x="124604" y="209395"/>
                    </a:cubicBezTo>
                    <a:lnTo>
                      <a:pt x="124604" y="153216"/>
                    </a:lnTo>
                    <a:cubicBezTo>
                      <a:pt x="124604" y="149385"/>
                      <a:pt x="127160" y="146832"/>
                      <a:pt x="130994" y="146832"/>
                    </a:cubicBezTo>
                    <a:lnTo>
                      <a:pt x="175723" y="146832"/>
                    </a:lnTo>
                    <a:lnTo>
                      <a:pt x="175723" y="132787"/>
                    </a:lnTo>
                    <a:lnTo>
                      <a:pt x="130994" y="132787"/>
                    </a:lnTo>
                    <a:cubicBezTo>
                      <a:pt x="127160" y="132787"/>
                      <a:pt x="124604" y="130233"/>
                      <a:pt x="124604" y="126403"/>
                    </a:cubicBezTo>
                    <a:lnTo>
                      <a:pt x="124604" y="70224"/>
                    </a:lnTo>
                    <a:cubicBezTo>
                      <a:pt x="124604" y="66393"/>
                      <a:pt x="127160" y="63840"/>
                      <a:pt x="130994" y="63840"/>
                    </a:cubicBezTo>
                    <a:lnTo>
                      <a:pt x="233233" y="63840"/>
                    </a:lnTo>
                    <a:cubicBezTo>
                      <a:pt x="237067" y="63840"/>
                      <a:pt x="239623" y="66393"/>
                      <a:pt x="239623" y="70224"/>
                    </a:cubicBezTo>
                    <a:lnTo>
                      <a:pt x="239623" y="91929"/>
                    </a:lnTo>
                    <a:lnTo>
                      <a:pt x="274767" y="91929"/>
                    </a:lnTo>
                    <a:cubicBezTo>
                      <a:pt x="282435" y="91929"/>
                      <a:pt x="288825" y="98313"/>
                      <a:pt x="288825" y="106612"/>
                    </a:cubicBezTo>
                    <a:lnTo>
                      <a:pt x="288186" y="255998"/>
                    </a:lnTo>
                    <a:close/>
                  </a:path>
                </a:pathLst>
              </a:custGeom>
              <a:grpFill/>
              <a:ln w="63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25"/>
              </a:p>
            </p:txBody>
          </p:sp>
          <p:sp>
            <p:nvSpPr>
              <p:cNvPr id="58" name="Graphic 4">
                <a:extLst>
                  <a:ext uri="{FF2B5EF4-FFF2-40B4-BE49-F238E27FC236}">
                    <a16:creationId xmlns:a16="http://schemas.microsoft.com/office/drawing/2014/main" id="{7B341F9D-1889-014D-F52C-D1C6C870D06A}"/>
                  </a:ext>
                </a:extLst>
              </p:cNvPr>
              <p:cNvSpPr/>
              <p:nvPr/>
            </p:nvSpPr>
            <p:spPr>
              <a:xfrm>
                <a:off x="2131044" y="1013300"/>
                <a:ext cx="5111" cy="5107"/>
              </a:xfrm>
              <a:custGeom>
                <a:avLst/>
                <a:gdLst>
                  <a:gd name="connsiteX0" fmla="*/ 2556 w 5111"/>
                  <a:gd name="connsiteY0" fmla="*/ 5107 h 5107"/>
                  <a:gd name="connsiteX1" fmla="*/ 5112 w 5111"/>
                  <a:gd name="connsiteY1" fmla="*/ 2554 h 5107"/>
                  <a:gd name="connsiteX2" fmla="*/ 2556 w 5111"/>
                  <a:gd name="connsiteY2" fmla="*/ 0 h 5107"/>
                  <a:gd name="connsiteX3" fmla="*/ 0 w 5111"/>
                  <a:gd name="connsiteY3" fmla="*/ 2554 h 5107"/>
                  <a:gd name="connsiteX4" fmla="*/ 0 w 5111"/>
                  <a:gd name="connsiteY4" fmla="*/ 2554 h 5107"/>
                  <a:gd name="connsiteX5" fmla="*/ 2556 w 5111"/>
                  <a:gd name="connsiteY5" fmla="*/ 5107 h 5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111" h="5107">
                    <a:moveTo>
                      <a:pt x="2556" y="5107"/>
                    </a:moveTo>
                    <a:cubicBezTo>
                      <a:pt x="3834" y="5107"/>
                      <a:pt x="5112" y="3830"/>
                      <a:pt x="5112" y="2554"/>
                    </a:cubicBezTo>
                    <a:cubicBezTo>
                      <a:pt x="5112" y="1277"/>
                      <a:pt x="3834" y="0"/>
                      <a:pt x="2556" y="0"/>
                    </a:cubicBezTo>
                    <a:cubicBezTo>
                      <a:pt x="1278" y="0"/>
                      <a:pt x="0" y="1277"/>
                      <a:pt x="0" y="2554"/>
                    </a:cubicBezTo>
                    <a:lnTo>
                      <a:pt x="0" y="2554"/>
                    </a:lnTo>
                    <a:cubicBezTo>
                      <a:pt x="0" y="3830"/>
                      <a:pt x="1278" y="5107"/>
                      <a:pt x="2556" y="5107"/>
                    </a:cubicBezTo>
                    <a:close/>
                  </a:path>
                </a:pathLst>
              </a:custGeom>
              <a:grpFill/>
              <a:ln w="63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25"/>
              </a:p>
            </p:txBody>
          </p:sp>
          <p:sp>
            <p:nvSpPr>
              <p:cNvPr id="59" name="Graphic 4">
                <a:extLst>
                  <a:ext uri="{FF2B5EF4-FFF2-40B4-BE49-F238E27FC236}">
                    <a16:creationId xmlns:a16="http://schemas.microsoft.com/office/drawing/2014/main" id="{24950EBB-7C27-B7A2-DFB1-329167C3AA28}"/>
                  </a:ext>
                </a:extLst>
              </p:cNvPr>
              <p:cNvSpPr/>
              <p:nvPr/>
            </p:nvSpPr>
            <p:spPr>
              <a:xfrm>
                <a:off x="2088870" y="1077140"/>
                <a:ext cx="89459" cy="43411"/>
              </a:xfrm>
              <a:custGeom>
                <a:avLst/>
                <a:gdLst>
                  <a:gd name="connsiteX0" fmla="*/ 0 w 89459"/>
                  <a:gd name="connsiteY0" fmla="*/ 0 h 43411"/>
                  <a:gd name="connsiteX1" fmla="*/ 0 w 89459"/>
                  <a:gd name="connsiteY1" fmla="*/ 43411 h 43411"/>
                  <a:gd name="connsiteX2" fmla="*/ 89459 w 89459"/>
                  <a:gd name="connsiteY2" fmla="*/ 43411 h 43411"/>
                  <a:gd name="connsiteX3" fmla="*/ 89459 w 89459"/>
                  <a:gd name="connsiteY3" fmla="*/ 0 h 43411"/>
                  <a:gd name="connsiteX4" fmla="*/ 0 w 89459"/>
                  <a:gd name="connsiteY4" fmla="*/ 0 h 43411"/>
                  <a:gd name="connsiteX5" fmla="*/ 33228 w 89459"/>
                  <a:gd name="connsiteY5" fmla="*/ 31920 h 43411"/>
                  <a:gd name="connsiteX6" fmla="*/ 23004 w 89459"/>
                  <a:gd name="connsiteY6" fmla="*/ 21706 h 43411"/>
                  <a:gd name="connsiteX7" fmla="*/ 33228 w 89459"/>
                  <a:gd name="connsiteY7" fmla="*/ 11491 h 43411"/>
                  <a:gd name="connsiteX8" fmla="*/ 43452 w 89459"/>
                  <a:gd name="connsiteY8" fmla="*/ 21706 h 43411"/>
                  <a:gd name="connsiteX9" fmla="*/ 43452 w 89459"/>
                  <a:gd name="connsiteY9" fmla="*/ 21706 h 43411"/>
                  <a:gd name="connsiteX10" fmla="*/ 33228 w 89459"/>
                  <a:gd name="connsiteY10" fmla="*/ 31920 h 43411"/>
                  <a:gd name="connsiteX11" fmla="*/ 33228 w 89459"/>
                  <a:gd name="connsiteY11" fmla="*/ 31920 h 43411"/>
                  <a:gd name="connsiteX12" fmla="*/ 56232 w 89459"/>
                  <a:gd name="connsiteY12" fmla="*/ 12130 h 43411"/>
                  <a:gd name="connsiteX13" fmla="*/ 66455 w 89459"/>
                  <a:gd name="connsiteY13" fmla="*/ 22344 h 43411"/>
                  <a:gd name="connsiteX14" fmla="*/ 56232 w 89459"/>
                  <a:gd name="connsiteY14" fmla="*/ 32558 h 43411"/>
                  <a:gd name="connsiteX15" fmla="*/ 46008 w 89459"/>
                  <a:gd name="connsiteY15" fmla="*/ 22344 h 43411"/>
                  <a:gd name="connsiteX16" fmla="*/ 46008 w 89459"/>
                  <a:gd name="connsiteY16" fmla="*/ 22344 h 43411"/>
                  <a:gd name="connsiteX17" fmla="*/ 56232 w 89459"/>
                  <a:gd name="connsiteY17" fmla="*/ 12130 h 43411"/>
                  <a:gd name="connsiteX18" fmla="*/ 56232 w 89459"/>
                  <a:gd name="connsiteY18" fmla="*/ 12130 h 43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89459" h="43411">
                    <a:moveTo>
                      <a:pt x="0" y="0"/>
                    </a:moveTo>
                    <a:lnTo>
                      <a:pt x="0" y="43411"/>
                    </a:lnTo>
                    <a:lnTo>
                      <a:pt x="89459" y="43411"/>
                    </a:lnTo>
                    <a:lnTo>
                      <a:pt x="89459" y="0"/>
                    </a:lnTo>
                    <a:lnTo>
                      <a:pt x="0" y="0"/>
                    </a:lnTo>
                    <a:close/>
                    <a:moveTo>
                      <a:pt x="33228" y="31920"/>
                    </a:moveTo>
                    <a:cubicBezTo>
                      <a:pt x="27477" y="31920"/>
                      <a:pt x="23004" y="27451"/>
                      <a:pt x="23004" y="21706"/>
                    </a:cubicBezTo>
                    <a:cubicBezTo>
                      <a:pt x="23004" y="15960"/>
                      <a:pt x="27477" y="11491"/>
                      <a:pt x="33228" y="11491"/>
                    </a:cubicBezTo>
                    <a:cubicBezTo>
                      <a:pt x="38979" y="11491"/>
                      <a:pt x="43452" y="15960"/>
                      <a:pt x="43452" y="21706"/>
                    </a:cubicBezTo>
                    <a:cubicBezTo>
                      <a:pt x="43452" y="21706"/>
                      <a:pt x="43452" y="21706"/>
                      <a:pt x="43452" y="21706"/>
                    </a:cubicBezTo>
                    <a:cubicBezTo>
                      <a:pt x="43452" y="27451"/>
                      <a:pt x="38979" y="31920"/>
                      <a:pt x="33228" y="31920"/>
                    </a:cubicBezTo>
                    <a:lnTo>
                      <a:pt x="33228" y="31920"/>
                    </a:lnTo>
                    <a:close/>
                    <a:moveTo>
                      <a:pt x="56232" y="12130"/>
                    </a:moveTo>
                    <a:cubicBezTo>
                      <a:pt x="61982" y="12130"/>
                      <a:pt x="66455" y="16598"/>
                      <a:pt x="66455" y="22344"/>
                    </a:cubicBezTo>
                    <a:cubicBezTo>
                      <a:pt x="66455" y="28089"/>
                      <a:pt x="61982" y="32558"/>
                      <a:pt x="56232" y="32558"/>
                    </a:cubicBezTo>
                    <a:cubicBezTo>
                      <a:pt x="50480" y="32558"/>
                      <a:pt x="46008" y="28089"/>
                      <a:pt x="46008" y="22344"/>
                    </a:cubicBezTo>
                    <a:cubicBezTo>
                      <a:pt x="46008" y="22344"/>
                      <a:pt x="46008" y="22344"/>
                      <a:pt x="46008" y="22344"/>
                    </a:cubicBezTo>
                    <a:cubicBezTo>
                      <a:pt x="46008" y="16598"/>
                      <a:pt x="50480" y="12130"/>
                      <a:pt x="56232" y="12130"/>
                    </a:cubicBezTo>
                    <a:lnTo>
                      <a:pt x="56232" y="12130"/>
                    </a:lnTo>
                    <a:close/>
                  </a:path>
                </a:pathLst>
              </a:custGeom>
              <a:grpFill/>
              <a:ln w="63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25"/>
              </a:p>
            </p:txBody>
          </p:sp>
        </p:grpSp>
      </p:grpSp>
      <p:sp>
        <p:nvSpPr>
          <p:cNvPr id="1024" name="Text Placeholder 1">
            <a:extLst>
              <a:ext uri="{FF2B5EF4-FFF2-40B4-BE49-F238E27FC236}">
                <a16:creationId xmlns:a16="http://schemas.microsoft.com/office/drawing/2014/main" id="{FA1791A8-47DC-828C-CA23-995BF8C9DDB9}"/>
              </a:ext>
            </a:extLst>
          </p:cNvPr>
          <p:cNvSpPr txBox="1">
            <a:spLocks/>
          </p:cNvSpPr>
          <p:nvPr/>
        </p:nvSpPr>
        <p:spPr>
          <a:xfrm>
            <a:off x="501650" y="155235"/>
            <a:ext cx="11188700" cy="26386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6858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  <a:defRPr sz="1000" b="1" kern="1200" cap="all" spc="300" baseline="0">
                <a:solidFill>
                  <a:schemeClr val="bg1">
                    <a:lumMod val="6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104775" indent="-104775" algn="l" defTabSz="685800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•"/>
              <a:defRPr lang="en-US" sz="1100" b="1" kern="1200" dirty="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228600" indent="-104775" algn="l" defTabSz="685800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lang="en-US" sz="1100" kern="1200" dirty="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352425" indent="-104775" algn="l" defTabSz="685800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◦"/>
              <a:defRPr lang="en-US" sz="1100" kern="1200" baseline="0" dirty="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476250" indent="-104775" algn="l" defTabSz="598885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tabLst/>
              <a:defRPr lang="en-US" sz="1100" kern="1200" baseline="0" dirty="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ysClr val="window" lastClr="FFFFFF">
                    <a:lumMod val="65000"/>
                  </a:sysClr>
                </a:solidFill>
              </a:rPr>
              <a:t>OUR approach</a:t>
            </a:r>
          </a:p>
        </p:txBody>
      </p:sp>
    </p:spTree>
    <p:extLst>
      <p:ext uri="{BB962C8B-B14F-4D97-AF65-F5344CB8AC3E}">
        <p14:creationId xmlns:p14="http://schemas.microsoft.com/office/powerpoint/2010/main" val="1859862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155</Words>
  <Application>Microsoft Macintosh PowerPoint</Application>
  <PresentationFormat>Widescreen</PresentationFormat>
  <Paragraphs>37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3. Hypercare – Production Parallel Run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Pawar, AMIT</dc:creator>
  <cp:lastModifiedBy>Pawar, AMIT</cp:lastModifiedBy>
  <cp:revision>6</cp:revision>
  <dcterms:created xsi:type="dcterms:W3CDTF">2026-08-02T14:41:13Z</dcterms:created>
  <dcterms:modified xsi:type="dcterms:W3CDTF">2026-08-02T20:47:14Z</dcterms:modified>
</cp:coreProperties>
</file>